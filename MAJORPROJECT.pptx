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5" r:id="rId1"/>
  </p:sldMasterIdLst>
  <p:notesMasterIdLst>
    <p:notesMasterId r:id="rId15"/>
  </p:notesMasterIdLst>
  <p:sldIdLst>
    <p:sldId id="258" r:id="rId2"/>
    <p:sldId id="317" r:id="rId3"/>
    <p:sldId id="259" r:id="rId4"/>
    <p:sldId id="333" r:id="rId5"/>
    <p:sldId id="321" r:id="rId6"/>
    <p:sldId id="319" r:id="rId7"/>
    <p:sldId id="320" r:id="rId8"/>
    <p:sldId id="332" r:id="rId9"/>
    <p:sldId id="263" r:id="rId10"/>
    <p:sldId id="265" r:id="rId11"/>
    <p:sldId id="323" r:id="rId12"/>
    <p:sldId id="309" r:id="rId13"/>
    <p:sldId id="272" r:id="rId1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32BCEFB-276B-40D6-8E13-9D6CFD19C651}">
          <p14:sldIdLst>
            <p14:sldId id="258"/>
            <p14:sldId id="317"/>
            <p14:sldId id="259"/>
            <p14:sldId id="333"/>
            <p14:sldId id="321"/>
            <p14:sldId id="319"/>
            <p14:sldId id="320"/>
            <p14:sldId id="332"/>
            <p14:sldId id="263"/>
            <p14:sldId id="265"/>
            <p14:sldId id="323"/>
            <p14:sldId id="309"/>
            <p14:sldId id="272"/>
          </p14:sldIdLst>
        </p14:section>
        <p14:section name="Untitled Section" id="{1C6372AC-C255-44D9-BE67-E1DEBAA7290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D575894-88BE-4697-8E11-2ABA9E6F03ED}">
  <a:tblStyle styleId="{CD575894-88BE-4697-8E11-2ABA9E6F03E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BFC4C50-A510-4831-8D15-734CB676F0F7}"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5" autoAdjust="0"/>
    <p:restoredTop sz="88972" autoAdjust="0"/>
  </p:normalViewPr>
  <p:slideViewPr>
    <p:cSldViewPr snapToGrid="0">
      <p:cViewPr varScale="1">
        <p:scale>
          <a:sx n="84" d="100"/>
          <a:sy n="84" d="100"/>
        </p:scale>
        <p:origin x="9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a:extLst>
            <a:ext uri="{FF2B5EF4-FFF2-40B4-BE49-F238E27FC236}">
              <a16:creationId xmlns:a16="http://schemas.microsoft.com/office/drawing/2014/main" id="{4D3FABCE-C7B4-388B-DFB2-BF42676C0AB0}"/>
            </a:ext>
          </a:extLst>
        </p:cNvPr>
        <p:cNvGrpSpPr/>
        <p:nvPr/>
      </p:nvGrpSpPr>
      <p:grpSpPr>
        <a:xfrm>
          <a:off x="0" y="0"/>
          <a:ext cx="0" cy="0"/>
          <a:chOff x="0" y="0"/>
          <a:chExt cx="0" cy="0"/>
        </a:xfrm>
      </p:grpSpPr>
      <p:sp>
        <p:nvSpPr>
          <p:cNvPr id="216" name="Google Shape;216;g54dda1946d_6_322:notes">
            <a:extLst>
              <a:ext uri="{FF2B5EF4-FFF2-40B4-BE49-F238E27FC236}">
                <a16:creationId xmlns:a16="http://schemas.microsoft.com/office/drawing/2014/main" id="{923FB38F-46D0-4F00-2894-E04DE5F410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54dda1946d_6_322:notes">
            <a:extLst>
              <a:ext uri="{FF2B5EF4-FFF2-40B4-BE49-F238E27FC236}">
                <a16:creationId xmlns:a16="http://schemas.microsoft.com/office/drawing/2014/main" id="{137D1852-ECF5-01A7-E338-8BF81D1650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6277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a:extLst>
            <a:ext uri="{FF2B5EF4-FFF2-40B4-BE49-F238E27FC236}">
              <a16:creationId xmlns:a16="http://schemas.microsoft.com/office/drawing/2014/main" id="{3ADDA2C6-BE53-2472-536F-5BEE9075EFD2}"/>
            </a:ext>
          </a:extLst>
        </p:cNvPr>
        <p:cNvGrpSpPr/>
        <p:nvPr/>
      </p:nvGrpSpPr>
      <p:grpSpPr>
        <a:xfrm>
          <a:off x="0" y="0"/>
          <a:ext cx="0" cy="0"/>
          <a:chOff x="0" y="0"/>
          <a:chExt cx="0" cy="0"/>
        </a:xfrm>
      </p:grpSpPr>
      <p:sp>
        <p:nvSpPr>
          <p:cNvPr id="290" name="Google Shape;290;g184d99d1a72_0_57:notes">
            <a:extLst>
              <a:ext uri="{FF2B5EF4-FFF2-40B4-BE49-F238E27FC236}">
                <a16:creationId xmlns:a16="http://schemas.microsoft.com/office/drawing/2014/main" id="{48D4B00B-0F95-C22D-391D-002E9184D7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184d99d1a72_0_57:notes">
            <a:extLst>
              <a:ext uri="{FF2B5EF4-FFF2-40B4-BE49-F238E27FC236}">
                <a16:creationId xmlns:a16="http://schemas.microsoft.com/office/drawing/2014/main" id="{5975AC21-EE74-6FBB-87DF-92DFA319E2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2722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54dda1946d_4_2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54dda1946d_4_2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a:extLst>
            <a:ext uri="{FF2B5EF4-FFF2-40B4-BE49-F238E27FC236}">
              <a16:creationId xmlns:a16="http://schemas.microsoft.com/office/drawing/2014/main" id="{8F7F3E11-F7E1-F050-9B92-627D9E446C82}"/>
            </a:ext>
          </a:extLst>
        </p:cNvPr>
        <p:cNvGrpSpPr/>
        <p:nvPr/>
      </p:nvGrpSpPr>
      <p:grpSpPr>
        <a:xfrm>
          <a:off x="0" y="0"/>
          <a:ext cx="0" cy="0"/>
          <a:chOff x="0" y="0"/>
          <a:chExt cx="0" cy="0"/>
        </a:xfrm>
      </p:grpSpPr>
      <p:sp>
        <p:nvSpPr>
          <p:cNvPr id="445" name="Google Shape;445;g54dda1946d_4_2720:notes">
            <a:extLst>
              <a:ext uri="{FF2B5EF4-FFF2-40B4-BE49-F238E27FC236}">
                <a16:creationId xmlns:a16="http://schemas.microsoft.com/office/drawing/2014/main" id="{CCE14184-4D5E-DEE0-7053-FC1C61C4BF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54dda1946d_4_2720:notes">
            <a:extLst>
              <a:ext uri="{FF2B5EF4-FFF2-40B4-BE49-F238E27FC236}">
                <a16:creationId xmlns:a16="http://schemas.microsoft.com/office/drawing/2014/main" id="{B3218FAC-3387-661D-84AB-034CED7F0E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29735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g1869b490b25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7" name="Google Shape;567;g1869b490b25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A937C-A41D-20E8-CD50-9F7545BDEB0A}"/>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01A3BF5C-3A9C-EB82-EDD9-1BB569890835}"/>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4DF35E4-B813-1099-1231-F5D94C40E94A}"/>
              </a:ext>
            </a:extLst>
          </p:cNvPr>
          <p:cNvSpPr>
            <a:spLocks noGrp="1"/>
          </p:cNvSpPr>
          <p:nvPr>
            <p:ph type="dt" sz="half" idx="10"/>
          </p:nvPr>
        </p:nvSpPr>
        <p:spPr/>
        <p:txBody>
          <a:bodyPr/>
          <a:lstStyle/>
          <a:p>
            <a:fld id="{06C83595-9C4D-4D68-96B9-AD2DACA0B6CF}" type="datetimeFigureOut">
              <a:rPr lang="en-US" smtClean="0"/>
              <a:t>8/17/2025</a:t>
            </a:fld>
            <a:endParaRPr lang="en-US"/>
          </a:p>
        </p:txBody>
      </p:sp>
      <p:sp>
        <p:nvSpPr>
          <p:cNvPr id="5" name="Footer Placeholder 4">
            <a:extLst>
              <a:ext uri="{FF2B5EF4-FFF2-40B4-BE49-F238E27FC236}">
                <a16:creationId xmlns:a16="http://schemas.microsoft.com/office/drawing/2014/main" id="{4B5F66B5-66CD-E48F-B6CB-DE68364ACA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8E07C9-9450-C116-6C4A-D567C9FA3881}"/>
              </a:ext>
            </a:extLst>
          </p:cNvPr>
          <p:cNvSpPr>
            <a:spLocks noGrp="1"/>
          </p:cNvSpPr>
          <p:nvPr>
            <p:ph type="sldNum" sz="quarter" idx="12"/>
          </p:nvPr>
        </p:nvSpPr>
        <p:spPr/>
        <p:txBody>
          <a:bodyPr/>
          <a:lstStyle/>
          <a:p>
            <a:fld id="{FCDD012C-301D-4786-8865-50B3DCF1E4E6}" type="slidenum">
              <a:rPr lang="en-US" smtClean="0"/>
              <a:t>‹#›</a:t>
            </a:fld>
            <a:endParaRPr lang="en-US"/>
          </a:p>
        </p:txBody>
      </p:sp>
    </p:spTree>
    <p:extLst>
      <p:ext uri="{BB962C8B-B14F-4D97-AF65-F5344CB8AC3E}">
        <p14:creationId xmlns:p14="http://schemas.microsoft.com/office/powerpoint/2010/main" val="2827731605"/>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E8C74-193F-4B51-264D-3AFDD5A08E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1A2B41-6168-0B02-573C-A488C06CE8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AFD2C5-E8BF-D52C-C212-E0242C6BDCF4}"/>
              </a:ext>
            </a:extLst>
          </p:cNvPr>
          <p:cNvSpPr>
            <a:spLocks noGrp="1"/>
          </p:cNvSpPr>
          <p:nvPr>
            <p:ph type="dt" sz="half" idx="10"/>
          </p:nvPr>
        </p:nvSpPr>
        <p:spPr/>
        <p:txBody>
          <a:bodyPr/>
          <a:lstStyle/>
          <a:p>
            <a:fld id="{06C83595-9C4D-4D68-96B9-AD2DACA0B6CF}" type="datetimeFigureOut">
              <a:rPr lang="en-US" smtClean="0"/>
              <a:t>8/17/2025</a:t>
            </a:fld>
            <a:endParaRPr lang="en-US"/>
          </a:p>
        </p:txBody>
      </p:sp>
      <p:sp>
        <p:nvSpPr>
          <p:cNvPr id="5" name="Footer Placeholder 4">
            <a:extLst>
              <a:ext uri="{FF2B5EF4-FFF2-40B4-BE49-F238E27FC236}">
                <a16:creationId xmlns:a16="http://schemas.microsoft.com/office/drawing/2014/main" id="{F75C6F65-5601-F25C-D82B-C86525E363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1C5B1A-9A77-3428-323F-CA7FCED2442A}"/>
              </a:ext>
            </a:extLst>
          </p:cNvPr>
          <p:cNvSpPr>
            <a:spLocks noGrp="1"/>
          </p:cNvSpPr>
          <p:nvPr>
            <p:ph type="sldNum" sz="quarter" idx="12"/>
          </p:nvPr>
        </p:nvSpPr>
        <p:spPr/>
        <p:txBody>
          <a:bodyPr/>
          <a:lstStyle/>
          <a:p>
            <a:fld id="{FCDD012C-301D-4786-8865-50B3DCF1E4E6}" type="slidenum">
              <a:rPr lang="en-US" smtClean="0"/>
              <a:t>‹#›</a:t>
            </a:fld>
            <a:endParaRPr lang="en-US"/>
          </a:p>
        </p:txBody>
      </p:sp>
    </p:spTree>
    <p:extLst>
      <p:ext uri="{BB962C8B-B14F-4D97-AF65-F5344CB8AC3E}">
        <p14:creationId xmlns:p14="http://schemas.microsoft.com/office/powerpoint/2010/main" val="325083407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35561-E1FB-8CA6-CED0-C33DF18ADC31}"/>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0B872B5D-A6AF-A8D2-8B43-F85E20DCD15C}"/>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E53FB4-9DA0-8E7F-9193-39FD4834AC42}"/>
              </a:ext>
            </a:extLst>
          </p:cNvPr>
          <p:cNvSpPr>
            <a:spLocks noGrp="1"/>
          </p:cNvSpPr>
          <p:nvPr>
            <p:ph type="dt" sz="half" idx="10"/>
          </p:nvPr>
        </p:nvSpPr>
        <p:spPr/>
        <p:txBody>
          <a:bodyPr/>
          <a:lstStyle/>
          <a:p>
            <a:fld id="{06C83595-9C4D-4D68-96B9-AD2DACA0B6CF}" type="datetimeFigureOut">
              <a:rPr lang="en-US" smtClean="0"/>
              <a:t>8/17/2025</a:t>
            </a:fld>
            <a:endParaRPr lang="en-US"/>
          </a:p>
        </p:txBody>
      </p:sp>
      <p:sp>
        <p:nvSpPr>
          <p:cNvPr id="5" name="Footer Placeholder 4">
            <a:extLst>
              <a:ext uri="{FF2B5EF4-FFF2-40B4-BE49-F238E27FC236}">
                <a16:creationId xmlns:a16="http://schemas.microsoft.com/office/drawing/2014/main" id="{519041E4-5247-DA74-AC8C-2A0A2C5C5E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5A3CA0-2491-4E78-0018-D04065DAC16B}"/>
              </a:ext>
            </a:extLst>
          </p:cNvPr>
          <p:cNvSpPr>
            <a:spLocks noGrp="1"/>
          </p:cNvSpPr>
          <p:nvPr>
            <p:ph type="sldNum" sz="quarter" idx="12"/>
          </p:nvPr>
        </p:nvSpPr>
        <p:spPr/>
        <p:txBody>
          <a:bodyPr/>
          <a:lstStyle/>
          <a:p>
            <a:fld id="{FCDD012C-301D-4786-8865-50B3DCF1E4E6}" type="slidenum">
              <a:rPr lang="en-US" smtClean="0"/>
              <a:t>‹#›</a:t>
            </a:fld>
            <a:endParaRPr lang="en-US"/>
          </a:p>
        </p:txBody>
      </p:sp>
    </p:spTree>
    <p:extLst>
      <p:ext uri="{BB962C8B-B14F-4D97-AF65-F5344CB8AC3E}">
        <p14:creationId xmlns:p14="http://schemas.microsoft.com/office/powerpoint/2010/main" val="2318063380"/>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9553D-79AF-ED55-BCD1-4040437BF3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337DCE-54FC-1042-4418-7BCFB19BCEFB}"/>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20E08C8-83C4-55AF-32EF-3FBCE62EC104}"/>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95D992-02F6-2229-BF7E-934D87DE2B28}"/>
              </a:ext>
            </a:extLst>
          </p:cNvPr>
          <p:cNvSpPr>
            <a:spLocks noGrp="1"/>
          </p:cNvSpPr>
          <p:nvPr>
            <p:ph type="dt" sz="half" idx="10"/>
          </p:nvPr>
        </p:nvSpPr>
        <p:spPr/>
        <p:txBody>
          <a:bodyPr/>
          <a:lstStyle/>
          <a:p>
            <a:fld id="{06C83595-9C4D-4D68-96B9-AD2DACA0B6CF}" type="datetimeFigureOut">
              <a:rPr lang="en-US" smtClean="0"/>
              <a:t>8/17/2025</a:t>
            </a:fld>
            <a:endParaRPr lang="en-US"/>
          </a:p>
        </p:txBody>
      </p:sp>
      <p:sp>
        <p:nvSpPr>
          <p:cNvPr id="6" name="Footer Placeholder 5">
            <a:extLst>
              <a:ext uri="{FF2B5EF4-FFF2-40B4-BE49-F238E27FC236}">
                <a16:creationId xmlns:a16="http://schemas.microsoft.com/office/drawing/2014/main" id="{A012E4D2-9071-81B3-3337-B0BE1DFBC2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230EAF-54E1-3819-6D09-05002066C2D4}"/>
              </a:ext>
            </a:extLst>
          </p:cNvPr>
          <p:cNvSpPr>
            <a:spLocks noGrp="1"/>
          </p:cNvSpPr>
          <p:nvPr>
            <p:ph type="sldNum" sz="quarter" idx="12"/>
          </p:nvPr>
        </p:nvSpPr>
        <p:spPr/>
        <p:txBody>
          <a:bodyPr/>
          <a:lstStyle/>
          <a:p>
            <a:fld id="{FCDD012C-301D-4786-8865-50B3DCF1E4E6}" type="slidenum">
              <a:rPr lang="en-US" smtClean="0"/>
              <a:t>‹#›</a:t>
            </a:fld>
            <a:endParaRPr lang="en-US"/>
          </a:p>
        </p:txBody>
      </p:sp>
    </p:spTree>
    <p:extLst>
      <p:ext uri="{BB962C8B-B14F-4D97-AF65-F5344CB8AC3E}">
        <p14:creationId xmlns:p14="http://schemas.microsoft.com/office/powerpoint/2010/main" val="4113003743"/>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78536-9CBC-CEAB-7257-B08D827BBDE4}"/>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03A89764-D028-DB0E-F18C-6AE8E1FA8A22}"/>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E1584AAF-6501-2EA6-11F1-0CD7D97AC833}"/>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27D8E7-325F-95C9-395B-EA66FF72F334}"/>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DFC2624-E2A1-A154-A43A-1ACA96020AEF}"/>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D3D4713-28D6-2258-F3DA-A824F5730D7E}"/>
              </a:ext>
            </a:extLst>
          </p:cNvPr>
          <p:cNvSpPr>
            <a:spLocks noGrp="1"/>
          </p:cNvSpPr>
          <p:nvPr>
            <p:ph type="dt" sz="half" idx="10"/>
          </p:nvPr>
        </p:nvSpPr>
        <p:spPr/>
        <p:txBody>
          <a:bodyPr/>
          <a:lstStyle/>
          <a:p>
            <a:fld id="{06C83595-9C4D-4D68-96B9-AD2DACA0B6CF}" type="datetimeFigureOut">
              <a:rPr lang="en-US" smtClean="0"/>
              <a:t>8/17/2025</a:t>
            </a:fld>
            <a:endParaRPr lang="en-US"/>
          </a:p>
        </p:txBody>
      </p:sp>
      <p:sp>
        <p:nvSpPr>
          <p:cNvPr id="8" name="Footer Placeholder 7">
            <a:extLst>
              <a:ext uri="{FF2B5EF4-FFF2-40B4-BE49-F238E27FC236}">
                <a16:creationId xmlns:a16="http://schemas.microsoft.com/office/drawing/2014/main" id="{93C19271-AF57-F10F-E38D-680EACE6000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848915-5AAB-6592-D7A8-325659F8DDBE}"/>
              </a:ext>
            </a:extLst>
          </p:cNvPr>
          <p:cNvSpPr>
            <a:spLocks noGrp="1"/>
          </p:cNvSpPr>
          <p:nvPr>
            <p:ph type="sldNum" sz="quarter" idx="12"/>
          </p:nvPr>
        </p:nvSpPr>
        <p:spPr/>
        <p:txBody>
          <a:bodyPr/>
          <a:lstStyle/>
          <a:p>
            <a:fld id="{FCDD012C-301D-4786-8865-50B3DCF1E4E6}" type="slidenum">
              <a:rPr lang="en-US" smtClean="0"/>
              <a:t>‹#›</a:t>
            </a:fld>
            <a:endParaRPr lang="en-US"/>
          </a:p>
        </p:txBody>
      </p:sp>
    </p:spTree>
    <p:extLst>
      <p:ext uri="{BB962C8B-B14F-4D97-AF65-F5344CB8AC3E}">
        <p14:creationId xmlns:p14="http://schemas.microsoft.com/office/powerpoint/2010/main" val="148927075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0D869-B2DE-4E80-DC37-96687DB9BB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F8919BF-BD92-95A0-9008-6ED301D6AAE7}"/>
              </a:ext>
            </a:extLst>
          </p:cNvPr>
          <p:cNvSpPr>
            <a:spLocks noGrp="1"/>
          </p:cNvSpPr>
          <p:nvPr>
            <p:ph type="dt" sz="half" idx="10"/>
          </p:nvPr>
        </p:nvSpPr>
        <p:spPr/>
        <p:txBody>
          <a:bodyPr/>
          <a:lstStyle/>
          <a:p>
            <a:fld id="{06C83595-9C4D-4D68-96B9-AD2DACA0B6CF}" type="datetimeFigureOut">
              <a:rPr lang="en-US" smtClean="0"/>
              <a:t>8/17/2025</a:t>
            </a:fld>
            <a:endParaRPr lang="en-US"/>
          </a:p>
        </p:txBody>
      </p:sp>
      <p:sp>
        <p:nvSpPr>
          <p:cNvPr id="4" name="Footer Placeholder 3">
            <a:extLst>
              <a:ext uri="{FF2B5EF4-FFF2-40B4-BE49-F238E27FC236}">
                <a16:creationId xmlns:a16="http://schemas.microsoft.com/office/drawing/2014/main" id="{33448532-FEB1-B114-0849-CC249C5791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35700C0-8AB8-9C87-F787-0E9D1B080D1A}"/>
              </a:ext>
            </a:extLst>
          </p:cNvPr>
          <p:cNvSpPr>
            <a:spLocks noGrp="1"/>
          </p:cNvSpPr>
          <p:nvPr>
            <p:ph type="sldNum" sz="quarter" idx="12"/>
          </p:nvPr>
        </p:nvSpPr>
        <p:spPr/>
        <p:txBody>
          <a:bodyPr/>
          <a:lstStyle/>
          <a:p>
            <a:fld id="{FCDD012C-301D-4786-8865-50B3DCF1E4E6}" type="slidenum">
              <a:rPr lang="en-US" smtClean="0"/>
              <a:t>‹#›</a:t>
            </a:fld>
            <a:endParaRPr lang="en-US"/>
          </a:p>
        </p:txBody>
      </p:sp>
    </p:spTree>
    <p:extLst>
      <p:ext uri="{BB962C8B-B14F-4D97-AF65-F5344CB8AC3E}">
        <p14:creationId xmlns:p14="http://schemas.microsoft.com/office/powerpoint/2010/main" val="2501172021"/>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10DF56-DA01-0A7A-6A73-C18D6864C0DA}"/>
              </a:ext>
            </a:extLst>
          </p:cNvPr>
          <p:cNvSpPr>
            <a:spLocks noGrp="1"/>
          </p:cNvSpPr>
          <p:nvPr>
            <p:ph type="dt" sz="half" idx="10"/>
          </p:nvPr>
        </p:nvSpPr>
        <p:spPr/>
        <p:txBody>
          <a:bodyPr/>
          <a:lstStyle/>
          <a:p>
            <a:fld id="{06C83595-9C4D-4D68-96B9-AD2DACA0B6CF}" type="datetimeFigureOut">
              <a:rPr lang="en-US" smtClean="0"/>
              <a:t>8/17/2025</a:t>
            </a:fld>
            <a:endParaRPr lang="en-US"/>
          </a:p>
        </p:txBody>
      </p:sp>
      <p:sp>
        <p:nvSpPr>
          <p:cNvPr id="3" name="Footer Placeholder 2">
            <a:extLst>
              <a:ext uri="{FF2B5EF4-FFF2-40B4-BE49-F238E27FC236}">
                <a16:creationId xmlns:a16="http://schemas.microsoft.com/office/drawing/2014/main" id="{93B0B988-EC8E-E177-C7ED-1808DDBDA0A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5300B45-FA83-0D8B-1BD7-E7CF71D0C731}"/>
              </a:ext>
            </a:extLst>
          </p:cNvPr>
          <p:cNvSpPr>
            <a:spLocks noGrp="1"/>
          </p:cNvSpPr>
          <p:nvPr>
            <p:ph type="sldNum" sz="quarter" idx="12"/>
          </p:nvPr>
        </p:nvSpPr>
        <p:spPr/>
        <p:txBody>
          <a:bodyPr/>
          <a:lstStyle/>
          <a:p>
            <a:fld id="{FCDD012C-301D-4786-8865-50B3DCF1E4E6}" type="slidenum">
              <a:rPr lang="en-US" smtClean="0"/>
              <a:t>‹#›</a:t>
            </a:fld>
            <a:endParaRPr lang="en-US"/>
          </a:p>
        </p:txBody>
      </p:sp>
    </p:spTree>
    <p:extLst>
      <p:ext uri="{BB962C8B-B14F-4D97-AF65-F5344CB8AC3E}">
        <p14:creationId xmlns:p14="http://schemas.microsoft.com/office/powerpoint/2010/main" val="1343191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9B3E2-4981-CEBF-0480-49C925154FAB}"/>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708186B-6217-D560-1E10-A687F864F706}"/>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EF2ED8F-CADC-A7B1-4465-30B2FE38BBF4}"/>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3637D39-F36C-7576-1A8C-074954694386}"/>
              </a:ext>
            </a:extLst>
          </p:cNvPr>
          <p:cNvSpPr>
            <a:spLocks noGrp="1"/>
          </p:cNvSpPr>
          <p:nvPr>
            <p:ph type="dt" sz="half" idx="10"/>
          </p:nvPr>
        </p:nvSpPr>
        <p:spPr/>
        <p:txBody>
          <a:bodyPr/>
          <a:lstStyle/>
          <a:p>
            <a:fld id="{06C83595-9C4D-4D68-96B9-AD2DACA0B6CF}" type="datetimeFigureOut">
              <a:rPr lang="en-US" smtClean="0"/>
              <a:t>8/17/2025</a:t>
            </a:fld>
            <a:endParaRPr lang="en-US"/>
          </a:p>
        </p:txBody>
      </p:sp>
      <p:sp>
        <p:nvSpPr>
          <p:cNvPr id="6" name="Footer Placeholder 5">
            <a:extLst>
              <a:ext uri="{FF2B5EF4-FFF2-40B4-BE49-F238E27FC236}">
                <a16:creationId xmlns:a16="http://schemas.microsoft.com/office/drawing/2014/main" id="{BDD049A6-3EDB-6190-8884-1E057B1B38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163AF6-554B-7C84-1721-32E6C0184ECC}"/>
              </a:ext>
            </a:extLst>
          </p:cNvPr>
          <p:cNvSpPr>
            <a:spLocks noGrp="1"/>
          </p:cNvSpPr>
          <p:nvPr>
            <p:ph type="sldNum" sz="quarter" idx="12"/>
          </p:nvPr>
        </p:nvSpPr>
        <p:spPr/>
        <p:txBody>
          <a:bodyPr/>
          <a:lstStyle/>
          <a:p>
            <a:fld id="{FCDD012C-301D-4786-8865-50B3DCF1E4E6}" type="slidenum">
              <a:rPr lang="en-US" smtClean="0"/>
              <a:t>‹#›</a:t>
            </a:fld>
            <a:endParaRPr lang="en-US"/>
          </a:p>
        </p:txBody>
      </p:sp>
    </p:spTree>
    <p:extLst>
      <p:ext uri="{BB962C8B-B14F-4D97-AF65-F5344CB8AC3E}">
        <p14:creationId xmlns:p14="http://schemas.microsoft.com/office/powerpoint/2010/main" val="932395513"/>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3F1BE-70D7-4021-0AE9-BBBF0E56C8CD}"/>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612FE9D-12F0-5EAB-5F6B-A6F5E49EE9F2}"/>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8998A306-46AE-41BE-DFD7-EABC9D1089DE}"/>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4166CFB-5E80-BB5F-3706-9B4C778143F8}"/>
              </a:ext>
            </a:extLst>
          </p:cNvPr>
          <p:cNvSpPr>
            <a:spLocks noGrp="1"/>
          </p:cNvSpPr>
          <p:nvPr>
            <p:ph type="dt" sz="half" idx="10"/>
          </p:nvPr>
        </p:nvSpPr>
        <p:spPr/>
        <p:txBody>
          <a:bodyPr/>
          <a:lstStyle/>
          <a:p>
            <a:fld id="{06C83595-9C4D-4D68-96B9-AD2DACA0B6CF}" type="datetimeFigureOut">
              <a:rPr lang="en-US" smtClean="0"/>
              <a:t>8/17/2025</a:t>
            </a:fld>
            <a:endParaRPr lang="en-US"/>
          </a:p>
        </p:txBody>
      </p:sp>
      <p:sp>
        <p:nvSpPr>
          <p:cNvPr id="6" name="Footer Placeholder 5">
            <a:extLst>
              <a:ext uri="{FF2B5EF4-FFF2-40B4-BE49-F238E27FC236}">
                <a16:creationId xmlns:a16="http://schemas.microsoft.com/office/drawing/2014/main" id="{F95953D1-5259-AD71-9293-5FBA395EDD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E05C71-CECC-A159-2091-B385A49B45CF}"/>
              </a:ext>
            </a:extLst>
          </p:cNvPr>
          <p:cNvSpPr>
            <a:spLocks noGrp="1"/>
          </p:cNvSpPr>
          <p:nvPr>
            <p:ph type="sldNum" sz="quarter" idx="12"/>
          </p:nvPr>
        </p:nvSpPr>
        <p:spPr/>
        <p:txBody>
          <a:bodyPr/>
          <a:lstStyle/>
          <a:p>
            <a:fld id="{FCDD012C-301D-4786-8865-50B3DCF1E4E6}" type="slidenum">
              <a:rPr lang="en-US" smtClean="0"/>
              <a:t>‹#›</a:t>
            </a:fld>
            <a:endParaRPr lang="en-US"/>
          </a:p>
        </p:txBody>
      </p:sp>
    </p:spTree>
    <p:extLst>
      <p:ext uri="{BB962C8B-B14F-4D97-AF65-F5344CB8AC3E}">
        <p14:creationId xmlns:p14="http://schemas.microsoft.com/office/powerpoint/2010/main" val="386233405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DCC3F-416C-FD59-6A23-76E63C9E622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72E0249-E9FF-8C14-DEDB-D4919D511C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67049D-F8C2-0FB3-CEFD-62FA6C7F5D38}"/>
              </a:ext>
            </a:extLst>
          </p:cNvPr>
          <p:cNvSpPr>
            <a:spLocks noGrp="1"/>
          </p:cNvSpPr>
          <p:nvPr>
            <p:ph type="dt" sz="half" idx="10"/>
          </p:nvPr>
        </p:nvSpPr>
        <p:spPr/>
        <p:txBody>
          <a:bodyPr/>
          <a:lstStyle/>
          <a:p>
            <a:fld id="{06C83595-9C4D-4D68-96B9-AD2DACA0B6CF}" type="datetimeFigureOut">
              <a:rPr lang="en-US" smtClean="0"/>
              <a:t>8/17/2025</a:t>
            </a:fld>
            <a:endParaRPr lang="en-US"/>
          </a:p>
        </p:txBody>
      </p:sp>
      <p:sp>
        <p:nvSpPr>
          <p:cNvPr id="5" name="Footer Placeholder 4">
            <a:extLst>
              <a:ext uri="{FF2B5EF4-FFF2-40B4-BE49-F238E27FC236}">
                <a16:creationId xmlns:a16="http://schemas.microsoft.com/office/drawing/2014/main" id="{3A392005-C1F1-BF50-8118-854E41AEA7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5AC618-B240-5D30-E5AF-8F4FC603D121}"/>
              </a:ext>
            </a:extLst>
          </p:cNvPr>
          <p:cNvSpPr>
            <a:spLocks noGrp="1"/>
          </p:cNvSpPr>
          <p:nvPr>
            <p:ph type="sldNum" sz="quarter" idx="12"/>
          </p:nvPr>
        </p:nvSpPr>
        <p:spPr/>
        <p:txBody>
          <a:bodyPr/>
          <a:lstStyle/>
          <a:p>
            <a:fld id="{FCDD012C-301D-4786-8865-50B3DCF1E4E6}" type="slidenum">
              <a:rPr lang="en-US" smtClean="0"/>
              <a:t>‹#›</a:t>
            </a:fld>
            <a:endParaRPr lang="en-US"/>
          </a:p>
        </p:txBody>
      </p:sp>
    </p:spTree>
    <p:extLst>
      <p:ext uri="{BB962C8B-B14F-4D97-AF65-F5344CB8AC3E}">
        <p14:creationId xmlns:p14="http://schemas.microsoft.com/office/powerpoint/2010/main" val="2643628246"/>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44D8D5-AE18-9AB5-7742-AC830BDED66C}"/>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4B17982-46FC-74AF-2A50-76A5A3EB1E3C}"/>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94971F-B44C-4CA4-5C92-F5F163CF0BF9}"/>
              </a:ext>
            </a:extLst>
          </p:cNvPr>
          <p:cNvSpPr>
            <a:spLocks noGrp="1"/>
          </p:cNvSpPr>
          <p:nvPr>
            <p:ph type="dt" sz="half" idx="10"/>
          </p:nvPr>
        </p:nvSpPr>
        <p:spPr/>
        <p:txBody>
          <a:bodyPr/>
          <a:lstStyle/>
          <a:p>
            <a:fld id="{06C83595-9C4D-4D68-96B9-AD2DACA0B6CF}" type="datetimeFigureOut">
              <a:rPr lang="en-US" smtClean="0"/>
              <a:t>8/17/2025</a:t>
            </a:fld>
            <a:endParaRPr lang="en-US"/>
          </a:p>
        </p:txBody>
      </p:sp>
      <p:sp>
        <p:nvSpPr>
          <p:cNvPr id="5" name="Footer Placeholder 4">
            <a:extLst>
              <a:ext uri="{FF2B5EF4-FFF2-40B4-BE49-F238E27FC236}">
                <a16:creationId xmlns:a16="http://schemas.microsoft.com/office/drawing/2014/main" id="{FF2C5191-0853-FAE6-F30A-579F91C339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D8FFA9-488E-83E2-5518-BA350236F760}"/>
              </a:ext>
            </a:extLst>
          </p:cNvPr>
          <p:cNvSpPr>
            <a:spLocks noGrp="1"/>
          </p:cNvSpPr>
          <p:nvPr>
            <p:ph type="sldNum" sz="quarter" idx="12"/>
          </p:nvPr>
        </p:nvSpPr>
        <p:spPr/>
        <p:txBody>
          <a:bodyPr/>
          <a:lstStyle/>
          <a:p>
            <a:fld id="{FCDD012C-301D-4786-8865-50B3DCF1E4E6}" type="slidenum">
              <a:rPr lang="en-US" smtClean="0"/>
              <a:t>‹#›</a:t>
            </a:fld>
            <a:endParaRPr lang="en-US"/>
          </a:p>
        </p:txBody>
      </p:sp>
    </p:spTree>
    <p:extLst>
      <p:ext uri="{BB962C8B-B14F-4D97-AF65-F5344CB8AC3E}">
        <p14:creationId xmlns:p14="http://schemas.microsoft.com/office/powerpoint/2010/main" val="53295027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4"/>
        <p:cNvGrpSpPr/>
        <p:nvPr/>
      </p:nvGrpSpPr>
      <p:grpSpPr>
        <a:xfrm>
          <a:off x="0" y="0"/>
          <a:ext cx="0" cy="0"/>
          <a:chOff x="0" y="0"/>
          <a:chExt cx="0" cy="0"/>
        </a:xfrm>
      </p:grpSpPr>
      <p:sp>
        <p:nvSpPr>
          <p:cNvPr id="35" name="Google Shape;35;p7"/>
          <p:cNvSpPr txBox="1">
            <a:spLocks noGrp="1"/>
          </p:cNvSpPr>
          <p:nvPr>
            <p:ph type="title"/>
          </p:nvPr>
        </p:nvSpPr>
        <p:spPr>
          <a:xfrm>
            <a:off x="713225" y="475200"/>
            <a:ext cx="4903800" cy="1060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6" name="Google Shape;36;p7"/>
          <p:cNvSpPr txBox="1">
            <a:spLocks noGrp="1"/>
          </p:cNvSpPr>
          <p:nvPr>
            <p:ph type="subTitle" idx="1"/>
          </p:nvPr>
        </p:nvSpPr>
        <p:spPr>
          <a:xfrm>
            <a:off x="713225" y="1878463"/>
            <a:ext cx="4903800" cy="2663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Font typeface="Montserrat ExtraBold"/>
              <a:buAutoNum type="arabicPeriod"/>
              <a:defRPr sz="1400"/>
            </a:lvl1pPr>
            <a:lvl2pPr lvl="1" algn="ctr" rtl="0">
              <a:lnSpc>
                <a:spcPct val="100000"/>
              </a:lnSpc>
              <a:spcBef>
                <a:spcPts val="1000"/>
              </a:spcBef>
              <a:spcAft>
                <a:spcPts val="0"/>
              </a:spcAft>
              <a:buClr>
                <a:srgbClr val="E76A28"/>
              </a:buClr>
              <a:buSzPts val="1400"/>
              <a:buFont typeface="Nunito Light"/>
              <a:buAutoNum type="alphaLcPeriod"/>
              <a:defRPr/>
            </a:lvl2pPr>
            <a:lvl3pPr lvl="2" algn="ctr" rtl="0">
              <a:lnSpc>
                <a:spcPct val="100000"/>
              </a:lnSpc>
              <a:spcBef>
                <a:spcPts val="1600"/>
              </a:spcBef>
              <a:spcAft>
                <a:spcPts val="0"/>
              </a:spcAft>
              <a:buClr>
                <a:srgbClr val="E76A28"/>
              </a:buClr>
              <a:buSzPts val="1400"/>
              <a:buFont typeface="Nunito Light"/>
              <a:buAutoNum type="romanLcPeriod"/>
              <a:defRPr/>
            </a:lvl3pPr>
            <a:lvl4pPr lvl="3" algn="ctr" rtl="0">
              <a:lnSpc>
                <a:spcPct val="100000"/>
              </a:lnSpc>
              <a:spcBef>
                <a:spcPts val="1600"/>
              </a:spcBef>
              <a:spcAft>
                <a:spcPts val="0"/>
              </a:spcAft>
              <a:buClr>
                <a:srgbClr val="E76A28"/>
              </a:buClr>
              <a:buSzPts val="1400"/>
              <a:buFont typeface="Nunito Light"/>
              <a:buAutoNum type="arabicPeriod"/>
              <a:defRPr/>
            </a:lvl4pPr>
            <a:lvl5pPr lvl="4" algn="ctr" rtl="0">
              <a:lnSpc>
                <a:spcPct val="100000"/>
              </a:lnSpc>
              <a:spcBef>
                <a:spcPts val="1600"/>
              </a:spcBef>
              <a:spcAft>
                <a:spcPts val="0"/>
              </a:spcAft>
              <a:buClr>
                <a:srgbClr val="E76A28"/>
              </a:buClr>
              <a:buSzPts val="1400"/>
              <a:buFont typeface="Nunito Light"/>
              <a:buAutoNum type="alphaLcPeriod"/>
              <a:defRPr/>
            </a:lvl5pPr>
            <a:lvl6pPr lvl="5" algn="ctr" rtl="0">
              <a:lnSpc>
                <a:spcPct val="100000"/>
              </a:lnSpc>
              <a:spcBef>
                <a:spcPts val="1600"/>
              </a:spcBef>
              <a:spcAft>
                <a:spcPts val="0"/>
              </a:spcAft>
              <a:buClr>
                <a:srgbClr val="999999"/>
              </a:buClr>
              <a:buSzPts val="1400"/>
              <a:buFont typeface="Nunito Light"/>
              <a:buAutoNum type="romanLcPeriod"/>
              <a:defRPr/>
            </a:lvl6pPr>
            <a:lvl7pPr lvl="6" algn="ctr" rtl="0">
              <a:lnSpc>
                <a:spcPct val="100000"/>
              </a:lnSpc>
              <a:spcBef>
                <a:spcPts val="1600"/>
              </a:spcBef>
              <a:spcAft>
                <a:spcPts val="0"/>
              </a:spcAft>
              <a:buClr>
                <a:srgbClr val="999999"/>
              </a:buClr>
              <a:buSzPts val="1400"/>
              <a:buFont typeface="Nunito Light"/>
              <a:buAutoNum type="arabicPeriod"/>
              <a:defRPr/>
            </a:lvl7pPr>
            <a:lvl8pPr lvl="7" algn="ctr" rtl="0">
              <a:lnSpc>
                <a:spcPct val="100000"/>
              </a:lnSpc>
              <a:spcBef>
                <a:spcPts val="1600"/>
              </a:spcBef>
              <a:spcAft>
                <a:spcPts val="0"/>
              </a:spcAft>
              <a:buClr>
                <a:srgbClr val="999999"/>
              </a:buClr>
              <a:buSzPts val="1400"/>
              <a:buFont typeface="Nunito Light"/>
              <a:buAutoNum type="alphaLcPeriod"/>
              <a:defRPr/>
            </a:lvl8pPr>
            <a:lvl9pPr lvl="8" algn="ctr" rtl="0">
              <a:lnSpc>
                <a:spcPct val="100000"/>
              </a:lnSpc>
              <a:spcBef>
                <a:spcPts val="1600"/>
              </a:spcBef>
              <a:spcAft>
                <a:spcPts val="1600"/>
              </a:spcAft>
              <a:buClr>
                <a:srgbClr val="999999"/>
              </a:buClr>
              <a:buSzPts val="1400"/>
              <a:buFont typeface="Nunito Light"/>
              <a:buAutoNum type="romanLcPeriod"/>
              <a:defRPr/>
            </a:lvl9pPr>
          </a:lstStyle>
          <a:p>
            <a:endParaRPr/>
          </a:p>
        </p:txBody>
      </p:sp>
      <p:sp>
        <p:nvSpPr>
          <p:cNvPr id="37" name="Google Shape;37;p7"/>
          <p:cNvSpPr>
            <a:spLocks noGrp="1"/>
          </p:cNvSpPr>
          <p:nvPr>
            <p:ph type="pic" idx="2"/>
          </p:nvPr>
        </p:nvSpPr>
        <p:spPr>
          <a:xfrm>
            <a:off x="6036950" y="0"/>
            <a:ext cx="3107100" cy="5143500"/>
          </a:xfrm>
          <a:prstGeom prst="rect">
            <a:avLst/>
          </a:prstGeom>
          <a:noFill/>
          <a:ln>
            <a:noFill/>
          </a:ln>
        </p:spPr>
      </p:sp>
    </p:spTree>
    <p:extLst>
      <p:ext uri="{BB962C8B-B14F-4D97-AF65-F5344CB8AC3E}">
        <p14:creationId xmlns:p14="http://schemas.microsoft.com/office/powerpoint/2010/main" val="7122948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14"/>
        <p:cNvGrpSpPr/>
        <p:nvPr/>
      </p:nvGrpSpPr>
      <p:grpSpPr>
        <a:xfrm>
          <a:off x="0" y="0"/>
          <a:ext cx="0" cy="0"/>
          <a:chOff x="0" y="0"/>
          <a:chExt cx="0" cy="0"/>
        </a:xfrm>
      </p:grpSpPr>
      <p:sp>
        <p:nvSpPr>
          <p:cNvPr id="115" name="Google Shape;115;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6" name="Google Shape;116;p20"/>
          <p:cNvSpPr txBox="1">
            <a:spLocks noGrp="1"/>
          </p:cNvSpPr>
          <p:nvPr>
            <p:ph type="subTitle" idx="1"/>
          </p:nvPr>
        </p:nvSpPr>
        <p:spPr>
          <a:xfrm>
            <a:off x="720000" y="1492575"/>
            <a:ext cx="3754800" cy="116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7" name="Google Shape;117;p20"/>
          <p:cNvSpPr txBox="1">
            <a:spLocks noGrp="1"/>
          </p:cNvSpPr>
          <p:nvPr>
            <p:ph type="subTitle" idx="2"/>
          </p:nvPr>
        </p:nvSpPr>
        <p:spPr>
          <a:xfrm>
            <a:off x="4669100" y="1492575"/>
            <a:ext cx="3754800" cy="116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8" name="Google Shape;118;p20"/>
          <p:cNvSpPr txBox="1">
            <a:spLocks noGrp="1"/>
          </p:cNvSpPr>
          <p:nvPr>
            <p:ph type="subTitle" idx="3"/>
          </p:nvPr>
        </p:nvSpPr>
        <p:spPr>
          <a:xfrm>
            <a:off x="720000" y="3217175"/>
            <a:ext cx="3754800" cy="116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9" name="Google Shape;119;p20"/>
          <p:cNvSpPr txBox="1">
            <a:spLocks noGrp="1"/>
          </p:cNvSpPr>
          <p:nvPr>
            <p:ph type="subTitle" idx="4"/>
          </p:nvPr>
        </p:nvSpPr>
        <p:spPr>
          <a:xfrm>
            <a:off x="4676000" y="3217175"/>
            <a:ext cx="3754800" cy="116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20" name="Google Shape;120;p20"/>
          <p:cNvSpPr txBox="1">
            <a:spLocks noGrp="1"/>
          </p:cNvSpPr>
          <p:nvPr>
            <p:ph type="subTitle" idx="5"/>
          </p:nvPr>
        </p:nvSpPr>
        <p:spPr>
          <a:xfrm>
            <a:off x="1108500" y="1121413"/>
            <a:ext cx="3366300" cy="48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b="1">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1" name="Google Shape;121;p20"/>
          <p:cNvSpPr txBox="1">
            <a:spLocks noGrp="1"/>
          </p:cNvSpPr>
          <p:nvPr>
            <p:ph type="subTitle" idx="6"/>
          </p:nvPr>
        </p:nvSpPr>
        <p:spPr>
          <a:xfrm>
            <a:off x="1108500" y="2846175"/>
            <a:ext cx="3366300" cy="48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b="1">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2" name="Google Shape;122;p20"/>
          <p:cNvSpPr txBox="1">
            <a:spLocks noGrp="1"/>
          </p:cNvSpPr>
          <p:nvPr>
            <p:ph type="subTitle" idx="7"/>
          </p:nvPr>
        </p:nvSpPr>
        <p:spPr>
          <a:xfrm>
            <a:off x="5057550" y="1121413"/>
            <a:ext cx="3366300" cy="48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b="1">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3" name="Google Shape;123;p20"/>
          <p:cNvSpPr txBox="1">
            <a:spLocks noGrp="1"/>
          </p:cNvSpPr>
          <p:nvPr>
            <p:ph type="subTitle" idx="8"/>
          </p:nvPr>
        </p:nvSpPr>
        <p:spPr>
          <a:xfrm>
            <a:off x="5057525" y="2846175"/>
            <a:ext cx="3366300" cy="48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b="1">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12997342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142"/>
        <p:cNvGrpSpPr/>
        <p:nvPr/>
      </p:nvGrpSpPr>
      <p:grpSpPr>
        <a:xfrm>
          <a:off x="0" y="0"/>
          <a:ext cx="0" cy="0"/>
          <a:chOff x="0" y="0"/>
          <a:chExt cx="0" cy="0"/>
        </a:xfrm>
      </p:grpSpPr>
      <p:sp>
        <p:nvSpPr>
          <p:cNvPr id="143" name="Google Shape;143;p22"/>
          <p:cNvSpPr>
            <a:spLocks noGrp="1"/>
          </p:cNvSpPr>
          <p:nvPr>
            <p:ph type="pic" idx="2"/>
          </p:nvPr>
        </p:nvSpPr>
        <p:spPr>
          <a:xfrm>
            <a:off x="7605374" y="-75"/>
            <a:ext cx="1538700" cy="5143500"/>
          </a:xfrm>
          <a:prstGeom prst="rect">
            <a:avLst/>
          </a:prstGeom>
          <a:noFill/>
          <a:ln>
            <a:noFill/>
          </a:ln>
        </p:spPr>
      </p:sp>
      <p:sp>
        <p:nvSpPr>
          <p:cNvPr id="144" name="Google Shape;144;p22"/>
          <p:cNvSpPr txBox="1">
            <a:spLocks noGrp="1"/>
          </p:cNvSpPr>
          <p:nvPr>
            <p:ph type="title" hasCustomPrompt="1"/>
          </p:nvPr>
        </p:nvSpPr>
        <p:spPr>
          <a:xfrm>
            <a:off x="713225" y="2151750"/>
            <a:ext cx="3300300" cy="8400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0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45" name="Google Shape;145;p22"/>
          <p:cNvSpPr txBox="1">
            <a:spLocks noGrp="1"/>
          </p:cNvSpPr>
          <p:nvPr>
            <p:ph type="subTitle" idx="1"/>
          </p:nvPr>
        </p:nvSpPr>
        <p:spPr>
          <a:xfrm>
            <a:off x="4469050" y="2352063"/>
            <a:ext cx="2910000" cy="44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PT Sans"/>
              <a:buNone/>
              <a:defRPr sz="1600">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9pPr>
          </a:lstStyle>
          <a:p>
            <a:endParaRPr/>
          </a:p>
        </p:txBody>
      </p:sp>
      <p:sp>
        <p:nvSpPr>
          <p:cNvPr id="146" name="Google Shape;146;p22"/>
          <p:cNvSpPr txBox="1">
            <a:spLocks noGrp="1"/>
          </p:cNvSpPr>
          <p:nvPr>
            <p:ph type="title" idx="3" hasCustomPrompt="1"/>
          </p:nvPr>
        </p:nvSpPr>
        <p:spPr>
          <a:xfrm>
            <a:off x="713225" y="1083150"/>
            <a:ext cx="3300300" cy="8400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0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47" name="Google Shape;147;p22"/>
          <p:cNvSpPr txBox="1">
            <a:spLocks noGrp="1"/>
          </p:cNvSpPr>
          <p:nvPr>
            <p:ph type="subTitle" idx="4"/>
          </p:nvPr>
        </p:nvSpPr>
        <p:spPr>
          <a:xfrm>
            <a:off x="4469050" y="1283500"/>
            <a:ext cx="2910000" cy="44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PT Sans"/>
              <a:buNone/>
              <a:defRPr sz="1600">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9pPr>
          </a:lstStyle>
          <a:p>
            <a:endParaRPr/>
          </a:p>
        </p:txBody>
      </p:sp>
      <p:sp>
        <p:nvSpPr>
          <p:cNvPr id="148" name="Google Shape;148;p22"/>
          <p:cNvSpPr txBox="1">
            <a:spLocks noGrp="1"/>
          </p:cNvSpPr>
          <p:nvPr>
            <p:ph type="title" idx="5" hasCustomPrompt="1"/>
          </p:nvPr>
        </p:nvSpPr>
        <p:spPr>
          <a:xfrm>
            <a:off x="713225" y="3220350"/>
            <a:ext cx="3300300" cy="8400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0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49" name="Google Shape;149;p22"/>
          <p:cNvSpPr txBox="1">
            <a:spLocks noGrp="1"/>
          </p:cNvSpPr>
          <p:nvPr>
            <p:ph type="subTitle" idx="6"/>
          </p:nvPr>
        </p:nvSpPr>
        <p:spPr>
          <a:xfrm>
            <a:off x="4469050" y="3420650"/>
            <a:ext cx="2910000" cy="44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PT Sans"/>
              <a:buNone/>
              <a:defRPr sz="1600">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9pPr>
          </a:lstStyle>
          <a:p>
            <a:endParaRPr/>
          </a:p>
        </p:txBody>
      </p:sp>
    </p:spTree>
    <p:extLst>
      <p:ext uri="{BB962C8B-B14F-4D97-AF65-F5344CB8AC3E}">
        <p14:creationId xmlns:p14="http://schemas.microsoft.com/office/powerpoint/2010/main" val="34252938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xfrm>
            <a:off x="713225" y="445025"/>
            <a:ext cx="4206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4" name="Google Shape;94;p17"/>
          <p:cNvSpPr txBox="1">
            <a:spLocks noGrp="1"/>
          </p:cNvSpPr>
          <p:nvPr>
            <p:ph type="subTitle" idx="1"/>
          </p:nvPr>
        </p:nvSpPr>
        <p:spPr>
          <a:xfrm>
            <a:off x="713225" y="1088301"/>
            <a:ext cx="4206600" cy="96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extLst>
      <p:ext uri="{BB962C8B-B14F-4D97-AF65-F5344CB8AC3E}">
        <p14:creationId xmlns:p14="http://schemas.microsoft.com/office/powerpoint/2010/main" val="2610467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89BB91-6508-ECD0-CF2E-C89053BA4B52}"/>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06FBD06-1FA4-3C8D-139C-C93C047127A5}"/>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8E6B80-D9FD-DD52-721F-4915C586975D}"/>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06C83595-9C4D-4D68-96B9-AD2DACA0B6CF}" type="datetimeFigureOut">
              <a:rPr lang="en-US" smtClean="0"/>
              <a:t>8/17/2025</a:t>
            </a:fld>
            <a:endParaRPr lang="en-US"/>
          </a:p>
        </p:txBody>
      </p:sp>
      <p:sp>
        <p:nvSpPr>
          <p:cNvPr id="5" name="Footer Placeholder 4">
            <a:extLst>
              <a:ext uri="{FF2B5EF4-FFF2-40B4-BE49-F238E27FC236}">
                <a16:creationId xmlns:a16="http://schemas.microsoft.com/office/drawing/2014/main" id="{9DE1C80A-7C3F-FF51-BF04-D58CE7E40712}"/>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C6264B3-9073-63B0-C75B-CC040DC443EC}"/>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FCDD012C-301D-4786-8865-50B3DCF1E4E6}" type="slidenum">
              <a:rPr lang="en-US" smtClean="0"/>
              <a:t>‹#›</a:t>
            </a:fld>
            <a:endParaRPr lang="en-US"/>
          </a:p>
        </p:txBody>
      </p:sp>
    </p:spTree>
    <p:extLst>
      <p:ext uri="{BB962C8B-B14F-4D97-AF65-F5344CB8AC3E}">
        <p14:creationId xmlns:p14="http://schemas.microsoft.com/office/powerpoint/2010/main" val="82584307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8" r:id="rId12"/>
    <p:sldLayoutId id="2147483691" r:id="rId13"/>
    <p:sldLayoutId id="2147483693" r:id="rId14"/>
    <p:sldLayoutId id="2147483694" r:id="rId15"/>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extBox 2"/>
          <p:cNvSpPr txBox="1"/>
          <p:nvPr/>
        </p:nvSpPr>
        <p:spPr>
          <a:xfrm>
            <a:off x="1534213" y="454937"/>
            <a:ext cx="6204281" cy="5616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4289" tIns="34289" rIns="34289" bIns="34289">
            <a:spAutoFit/>
          </a:bodyPr>
          <a:lstStyle/>
          <a:p>
            <a:pPr algn="ctr">
              <a:defRPr sz="3200" b="1">
                <a:latin typeface="Times New Roman"/>
                <a:ea typeface="Times New Roman"/>
                <a:cs typeface="Times New Roman"/>
                <a:sym typeface="Times New Roman"/>
              </a:defRPr>
            </a:pPr>
            <a:endParaRPr lang="en-IN" dirty="0"/>
          </a:p>
        </p:txBody>
      </p:sp>
      <p:sp>
        <p:nvSpPr>
          <p:cNvPr id="103" name="TextBox 4"/>
          <p:cNvSpPr txBox="1"/>
          <p:nvPr/>
        </p:nvSpPr>
        <p:spPr>
          <a:xfrm>
            <a:off x="1385181" y="1514193"/>
            <a:ext cx="5982077" cy="3462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4289" tIns="34289" rIns="34289" bIns="34289">
            <a:spAutoFit/>
          </a:bodyPr>
          <a:lstStyle>
            <a:lvl1pPr algn="ctr">
              <a:defRPr sz="2000" b="1">
                <a:solidFill>
                  <a:srgbClr val="002060"/>
                </a:solidFill>
                <a:latin typeface="Times New Roman"/>
                <a:ea typeface="Times New Roman"/>
                <a:cs typeface="Times New Roman"/>
                <a:sym typeface="Times New Roman"/>
              </a:defRPr>
            </a:lvl1pPr>
          </a:lstStyle>
          <a:p>
            <a:endParaRPr sz="1800" dirty="0">
              <a:solidFill>
                <a:schemeClr val="accent5">
                  <a:lumMod val="75000"/>
                </a:schemeClr>
              </a:solidFill>
            </a:endParaRPr>
          </a:p>
        </p:txBody>
      </p:sp>
      <p:sp>
        <p:nvSpPr>
          <p:cNvPr id="104" name="TextBox 6"/>
          <p:cNvSpPr txBox="1"/>
          <p:nvPr/>
        </p:nvSpPr>
        <p:spPr>
          <a:xfrm>
            <a:off x="7088506" y="5444662"/>
            <a:ext cx="3367163" cy="3740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4289" tIns="34289" rIns="34289" bIns="34289">
            <a:spAutoFit/>
          </a:bodyPr>
          <a:lstStyle/>
          <a:p>
            <a:pPr algn="ctr">
              <a:lnSpc>
                <a:spcPct val="150000"/>
              </a:lnSpc>
              <a:spcBef>
                <a:spcPts val="300"/>
              </a:spcBef>
              <a:defRPr sz="2000" b="1">
                <a:solidFill>
                  <a:srgbClr val="C00000"/>
                </a:solidFill>
                <a:latin typeface="Times New Roman"/>
                <a:ea typeface="Times New Roman"/>
                <a:cs typeface="Times New Roman"/>
                <a:sym typeface="Times New Roman"/>
              </a:defRPr>
            </a:pPr>
            <a:endParaRPr sz="1500" dirty="0"/>
          </a:p>
        </p:txBody>
      </p:sp>
      <p:sp>
        <p:nvSpPr>
          <p:cNvPr id="105" name="TextBox 8"/>
          <p:cNvSpPr txBox="1"/>
          <p:nvPr/>
        </p:nvSpPr>
        <p:spPr>
          <a:xfrm>
            <a:off x="0" y="3765600"/>
            <a:ext cx="4508523" cy="2769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4289" tIns="34289" rIns="34289" bIns="34289">
            <a:spAutoFit/>
          </a:bodyPr>
          <a:lstStyle/>
          <a:p>
            <a:pPr algn="ctr">
              <a:defRPr b="1">
                <a:solidFill>
                  <a:srgbClr val="C00000"/>
                </a:solidFill>
                <a:latin typeface="Times New Roman"/>
                <a:ea typeface="Times New Roman"/>
                <a:cs typeface="Times New Roman"/>
                <a:sym typeface="Times New Roman"/>
              </a:defRPr>
            </a:pPr>
            <a:endParaRPr sz="1350" dirty="0"/>
          </a:p>
        </p:txBody>
      </p:sp>
      <p:sp>
        <p:nvSpPr>
          <p:cNvPr id="106" name="TextBox 10"/>
          <p:cNvSpPr txBox="1"/>
          <p:nvPr/>
        </p:nvSpPr>
        <p:spPr>
          <a:xfrm>
            <a:off x="5433647" y="3754935"/>
            <a:ext cx="3050930" cy="2769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4289" tIns="34289" rIns="34289" bIns="34289">
            <a:spAutoFit/>
          </a:bodyPr>
          <a:lstStyle/>
          <a:p>
            <a:pPr algn="ctr">
              <a:defRPr b="1">
                <a:solidFill>
                  <a:srgbClr val="C00000"/>
                </a:solidFill>
                <a:latin typeface="Times New Roman"/>
                <a:ea typeface="Times New Roman"/>
                <a:cs typeface="Times New Roman"/>
                <a:sym typeface="Times New Roman"/>
              </a:defRPr>
            </a:pPr>
            <a:endParaRPr lang="en-US" sz="1350" dirty="0"/>
          </a:p>
        </p:txBody>
      </p:sp>
      <p:sp>
        <p:nvSpPr>
          <p:cNvPr id="107" name="TextBox 12"/>
          <p:cNvSpPr txBox="1"/>
          <p:nvPr/>
        </p:nvSpPr>
        <p:spPr>
          <a:xfrm>
            <a:off x="640249" y="1593621"/>
            <a:ext cx="7992208" cy="10387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4289" tIns="34289" rIns="34289" bIns="34289">
            <a:spAutoFit/>
          </a:bodyPr>
          <a:lstStyle>
            <a:lvl1pPr algn="ctr">
              <a:defRPr sz="3200" b="1">
                <a:gradFill flip="none" rotWithShape="1">
                  <a:gsLst>
                    <a:gs pos="0">
                      <a:srgbClr val="012D86"/>
                    </a:gs>
                    <a:gs pos="100000">
                      <a:srgbClr val="0E2557"/>
                    </a:gs>
                  </a:gsLst>
                  <a:lin ang="0" scaled="0"/>
                </a:gradFill>
                <a:latin typeface="Times New Roman"/>
                <a:ea typeface="Times New Roman"/>
                <a:cs typeface="Times New Roman"/>
                <a:sym typeface="Times New Roman"/>
              </a:defRPr>
            </a:lvl1pPr>
          </a:lstStyle>
          <a:p>
            <a:r>
              <a:rPr lang="en-IN" sz="2100" dirty="0"/>
              <a:t>MAJOR PROJECT (REVIEW-1)</a:t>
            </a:r>
          </a:p>
          <a:p>
            <a:r>
              <a:rPr lang="en-US" sz="2100" dirty="0">
                <a:solidFill>
                  <a:schemeClr val="tx1"/>
                </a:solidFill>
              </a:rPr>
              <a:t>Eye Movement Controlled Cursor Using OpenCV A Hands-Free Mouse Solution</a:t>
            </a:r>
            <a:endParaRPr lang="en-IN" sz="2100" dirty="0"/>
          </a:p>
        </p:txBody>
      </p:sp>
      <p:pic>
        <p:nvPicPr>
          <p:cNvPr id="2" name="Picture 1">
            <a:extLst>
              <a:ext uri="{FF2B5EF4-FFF2-40B4-BE49-F238E27FC236}">
                <a16:creationId xmlns:a16="http://schemas.microsoft.com/office/drawing/2014/main" id="{0A96837D-899C-F4BB-50DA-5D9E803BC0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8513" y="289707"/>
            <a:ext cx="1397489" cy="1022951"/>
          </a:xfrm>
          <a:prstGeom prst="rect">
            <a:avLst/>
          </a:prstGeom>
        </p:spPr>
      </p:pic>
      <p:sp>
        <p:nvSpPr>
          <p:cNvPr id="11" name="Rectangle 10"/>
          <p:cNvSpPr/>
          <p:nvPr/>
        </p:nvSpPr>
        <p:spPr>
          <a:xfrm>
            <a:off x="1851521" y="88271"/>
            <a:ext cx="4816992" cy="1523494"/>
          </a:xfrm>
          <a:prstGeom prst="rect">
            <a:avLst/>
          </a:prstGeom>
        </p:spPr>
        <p:txBody>
          <a:bodyPr wrap="square">
            <a:spAutoFit/>
          </a:bodyPr>
          <a:lstStyle/>
          <a:p>
            <a:pPr algn="ctr"/>
            <a:r>
              <a:rPr lang="en-US" sz="3000" b="1" dirty="0">
                <a:solidFill>
                  <a:srgbClr val="7030A0"/>
                </a:solidFill>
                <a:latin typeface="Arial" panose="020B0604020202020204" pitchFamily="34" charset="0"/>
                <a:cs typeface="Arial" panose="020B0604020202020204" pitchFamily="34" charset="0"/>
              </a:rPr>
              <a:t>    </a:t>
            </a:r>
            <a:r>
              <a:rPr lang="en-US" sz="2400" b="1" dirty="0">
                <a:solidFill>
                  <a:srgbClr val="7030A0"/>
                </a:solidFill>
                <a:latin typeface="Times New Roman" pitchFamily="18" charset="0"/>
                <a:cs typeface="Times New Roman" pitchFamily="18" charset="0"/>
              </a:rPr>
              <a:t>CMR TECHNICAL CAMPUS</a:t>
            </a:r>
            <a:endParaRPr lang="en-US" sz="1350" b="1" dirty="0">
              <a:solidFill>
                <a:srgbClr val="7030A0"/>
              </a:solidFill>
              <a:latin typeface="Arial" panose="020B0604020202020204" pitchFamily="34" charset="0"/>
              <a:cs typeface="Arial" panose="020B0604020202020204" pitchFamily="34" charset="0"/>
            </a:endParaRPr>
          </a:p>
          <a:p>
            <a:pPr algn="ctr"/>
            <a:r>
              <a:rPr lang="en-US" dirty="0">
                <a:solidFill>
                  <a:srgbClr val="FF0000"/>
                </a:solidFill>
                <a:latin typeface="Times New Roman" panose="02020603050405020304" pitchFamily="18" charset="0"/>
                <a:cs typeface="Times New Roman" panose="02020603050405020304" pitchFamily="18" charset="0"/>
              </a:rPr>
              <a:t>UGC AUTONOMOUS </a:t>
            </a:r>
            <a:endParaRPr lang="en-US" sz="2400" dirty="0">
              <a:solidFill>
                <a:srgbClr val="FF0000"/>
              </a:solidFill>
              <a:latin typeface="Times New Roman" panose="02020603050405020304" pitchFamily="18" charset="0"/>
              <a:cs typeface="Times New Roman" panose="02020603050405020304" pitchFamily="18" charset="0"/>
            </a:endParaRPr>
          </a:p>
          <a:p>
            <a:pPr algn="ctr"/>
            <a:r>
              <a:rPr lang="en-US" sz="1050" b="1" dirty="0">
                <a:latin typeface="Times New Roman" panose="02020603050405020304" pitchFamily="18" charset="0"/>
                <a:cs typeface="Times New Roman" panose="02020603050405020304" pitchFamily="18" charset="0"/>
              </a:rPr>
              <a:t>Accredited by NBA &amp; NAAC with A Grade</a:t>
            </a:r>
            <a:r>
              <a:rPr lang="en-US" sz="1050" dirty="0">
                <a:latin typeface="Times New Roman" panose="02020603050405020304" pitchFamily="18" charset="0"/>
                <a:cs typeface="Times New Roman" panose="02020603050405020304" pitchFamily="18" charset="0"/>
              </a:rPr>
              <a:t>  </a:t>
            </a:r>
          </a:p>
          <a:p>
            <a:pPr algn="ctr"/>
            <a:r>
              <a:rPr lang="en-US" sz="1050" b="1" dirty="0">
                <a:latin typeface="Times New Roman" panose="02020603050405020304" pitchFamily="18" charset="0"/>
                <a:cs typeface="Times New Roman" panose="02020603050405020304" pitchFamily="18" charset="0"/>
              </a:rPr>
              <a:t>Approved by AICTE, New Delhi and Affiliated to JNTU, Hyderabad</a:t>
            </a:r>
            <a:r>
              <a:rPr lang="en-US" sz="1050" dirty="0">
                <a:latin typeface="Times New Roman" panose="02020603050405020304" pitchFamily="18" charset="0"/>
                <a:cs typeface="Times New Roman" panose="02020603050405020304" pitchFamily="18" charset="0"/>
              </a:rPr>
              <a:t> </a:t>
            </a:r>
          </a:p>
          <a:p>
            <a:r>
              <a:rPr lang="en-US" sz="1050" dirty="0">
                <a:latin typeface="Times New Roman" panose="02020603050405020304" pitchFamily="18" charset="0"/>
                <a:cs typeface="Times New Roman" panose="02020603050405020304" pitchFamily="18" charset="0"/>
              </a:rPr>
              <a:t>  </a:t>
            </a:r>
            <a:r>
              <a:rPr lang="en-IN" sz="2400" b="1" dirty="0">
                <a:solidFill>
                  <a:srgbClr val="2C75B6"/>
                </a:solidFill>
                <a:latin typeface="Times New Roman"/>
                <a:cs typeface="Times New Roman"/>
              </a:rPr>
              <a:t>Department</a:t>
            </a:r>
            <a:r>
              <a:rPr lang="en-IN" sz="2400" b="1" spc="-34" dirty="0">
                <a:solidFill>
                  <a:srgbClr val="2C75B6"/>
                </a:solidFill>
                <a:latin typeface="Times New Roman"/>
                <a:cs typeface="Times New Roman"/>
              </a:rPr>
              <a:t> </a:t>
            </a:r>
            <a:r>
              <a:rPr lang="en-IN" sz="2400" b="1" dirty="0">
                <a:solidFill>
                  <a:srgbClr val="2C75B6"/>
                </a:solidFill>
                <a:latin typeface="Times New Roman"/>
                <a:cs typeface="Times New Roman"/>
              </a:rPr>
              <a:t>of</a:t>
            </a:r>
            <a:r>
              <a:rPr lang="en-IN" sz="2400" b="1" spc="-75" dirty="0">
                <a:solidFill>
                  <a:srgbClr val="2C75B6"/>
                </a:solidFill>
                <a:latin typeface="Times New Roman"/>
                <a:cs typeface="Times New Roman"/>
              </a:rPr>
              <a:t> CSE(Cyber Security)</a:t>
            </a:r>
            <a:endParaRPr lang="en-IN" sz="2400" dirty="0">
              <a:latin typeface="Times New Roman"/>
              <a:cs typeface="Times New Roman"/>
            </a:endParaRPr>
          </a:p>
        </p:txBody>
      </p:sp>
      <p:pic>
        <p:nvPicPr>
          <p:cNvPr id="12" name="image1.png" descr="CMRGI Logo New2"/>
          <p:cNvPicPr>
            <a:picLocks noChangeAspect="1" noChangeArrowheads="1"/>
          </p:cNvPicPr>
          <p:nvPr/>
        </p:nvPicPr>
        <p:blipFill>
          <a:blip r:embed="rId3"/>
          <a:srcRect/>
          <a:stretch>
            <a:fillRect/>
          </a:stretch>
        </p:blipFill>
        <p:spPr bwMode="auto">
          <a:xfrm>
            <a:off x="492369" y="156705"/>
            <a:ext cx="1359152" cy="1015017"/>
          </a:xfrm>
          <a:prstGeom prst="rect">
            <a:avLst/>
          </a:prstGeom>
          <a:noFill/>
          <a:ln w="9525">
            <a:noFill/>
            <a:miter lim="800000"/>
            <a:headEnd/>
            <a:tailEnd/>
          </a:ln>
        </p:spPr>
      </p:pic>
      <p:sp>
        <p:nvSpPr>
          <p:cNvPr id="4" name="TextBox 3">
            <a:extLst>
              <a:ext uri="{FF2B5EF4-FFF2-40B4-BE49-F238E27FC236}">
                <a16:creationId xmlns:a16="http://schemas.microsoft.com/office/drawing/2014/main" id="{46A686CA-5464-FF8E-9B8C-193D5FF10C26}"/>
              </a:ext>
            </a:extLst>
          </p:cNvPr>
          <p:cNvSpPr txBox="1"/>
          <p:nvPr/>
        </p:nvSpPr>
        <p:spPr>
          <a:xfrm>
            <a:off x="2578192" y="2559539"/>
            <a:ext cx="3596054" cy="1131079"/>
          </a:xfrm>
          <a:prstGeom prst="rect">
            <a:avLst/>
          </a:prstGeom>
          <a:noFill/>
        </p:spPr>
        <p:txBody>
          <a:bodyPr wrap="square" rtlCol="0">
            <a:spAutoFit/>
          </a:bodyPr>
          <a:lstStyle/>
          <a:p>
            <a:pPr algn="ctr">
              <a:defRPr b="1">
                <a:solidFill>
                  <a:srgbClr val="C00000"/>
                </a:solidFill>
                <a:latin typeface="Times New Roman"/>
                <a:ea typeface="Times New Roman"/>
                <a:cs typeface="Times New Roman"/>
                <a:sym typeface="Times New Roman"/>
              </a:defRPr>
            </a:pPr>
            <a:r>
              <a:rPr lang="en-US" sz="1350" dirty="0"/>
              <a:t>Under the guidance </a:t>
            </a:r>
          </a:p>
          <a:p>
            <a:pPr algn="ctr">
              <a:defRPr b="1">
                <a:solidFill>
                  <a:srgbClr val="C00000"/>
                </a:solidFill>
                <a:latin typeface="Times New Roman"/>
                <a:ea typeface="Times New Roman"/>
                <a:cs typeface="Times New Roman"/>
                <a:sym typeface="Times New Roman"/>
              </a:defRPr>
            </a:pPr>
            <a:r>
              <a:rPr lang="en-US" sz="1350" dirty="0"/>
              <a:t>of</a:t>
            </a:r>
          </a:p>
          <a:p>
            <a:pPr algn="ctr">
              <a:defRPr b="1">
                <a:solidFill>
                  <a:srgbClr val="C00000"/>
                </a:solidFill>
                <a:latin typeface="Times New Roman"/>
                <a:ea typeface="Times New Roman"/>
                <a:cs typeface="Times New Roman"/>
                <a:sym typeface="Times New Roman"/>
              </a:defRPr>
            </a:pPr>
            <a:r>
              <a:rPr lang="en-US" sz="1350" dirty="0">
                <a:sym typeface="Times New Roman"/>
              </a:rPr>
              <a:t>  G.V. Ashritha</a:t>
            </a:r>
          </a:p>
          <a:p>
            <a:pPr algn="ctr">
              <a:defRPr b="1">
                <a:solidFill>
                  <a:srgbClr val="C00000"/>
                </a:solidFill>
                <a:latin typeface="Times New Roman"/>
                <a:ea typeface="Times New Roman"/>
                <a:cs typeface="Times New Roman"/>
                <a:sym typeface="Times New Roman"/>
              </a:defRPr>
            </a:pPr>
            <a:r>
              <a:rPr lang="en-US" sz="1350" dirty="0">
                <a:sym typeface="Times New Roman"/>
              </a:rPr>
              <a:t>(Assistant Professor)</a:t>
            </a:r>
            <a:endParaRPr lang="en-IN" sz="1350" dirty="0">
              <a:sym typeface="Times New Roman"/>
            </a:endParaRPr>
          </a:p>
          <a:p>
            <a:endParaRPr lang="en-US" sz="1350" dirty="0"/>
          </a:p>
        </p:txBody>
      </p:sp>
      <p:sp>
        <p:nvSpPr>
          <p:cNvPr id="5" name="TextBox 4">
            <a:extLst>
              <a:ext uri="{FF2B5EF4-FFF2-40B4-BE49-F238E27FC236}">
                <a16:creationId xmlns:a16="http://schemas.microsoft.com/office/drawing/2014/main" id="{83FDEE91-410F-D29A-75E8-46776F00C235}"/>
              </a:ext>
            </a:extLst>
          </p:cNvPr>
          <p:cNvSpPr txBox="1"/>
          <p:nvPr/>
        </p:nvSpPr>
        <p:spPr>
          <a:xfrm>
            <a:off x="4053901" y="3734456"/>
            <a:ext cx="5229224" cy="1169551"/>
          </a:xfrm>
          <a:prstGeom prst="rect">
            <a:avLst/>
          </a:prstGeom>
          <a:noFill/>
        </p:spPr>
        <p:txBody>
          <a:bodyPr wrap="square">
            <a:spAutoFit/>
          </a:bodyPr>
          <a:lstStyle/>
          <a:p>
            <a:r>
              <a:rPr lang="en-US" sz="1400" dirty="0">
                <a:solidFill>
                  <a:schemeClr val="tx1"/>
                </a:solidFill>
                <a:latin typeface="Times New Roman" panose="02020603050405020304" pitchFamily="18" charset="0"/>
                <a:ea typeface="ADLaM Display" panose="02010000000000000000" pitchFamily="2" charset="0"/>
                <a:cs typeface="Times New Roman" panose="02020603050405020304" pitchFamily="18" charset="0"/>
              </a:rPr>
              <a:t>                  </a:t>
            </a:r>
            <a:r>
              <a:rPr lang="en-US" sz="1400" u="sng" dirty="0">
                <a:solidFill>
                  <a:schemeClr val="tx1"/>
                </a:solidFill>
                <a:latin typeface="Times New Roman" panose="02020603050405020304" pitchFamily="18" charset="0"/>
                <a:ea typeface="ADLaM Display" panose="02010000000000000000" pitchFamily="2" charset="0"/>
                <a:cs typeface="Times New Roman" panose="02020603050405020304" pitchFamily="18" charset="0"/>
              </a:rPr>
              <a:t>Group Members</a:t>
            </a:r>
            <a:r>
              <a:rPr lang="en-US" sz="1400" dirty="0">
                <a:solidFill>
                  <a:schemeClr val="tx1"/>
                </a:solidFill>
                <a:latin typeface="Times New Roman" panose="02020603050405020304" pitchFamily="18" charset="0"/>
                <a:ea typeface="ADLaM Display" panose="02010000000000000000" pitchFamily="2" charset="0"/>
                <a:cs typeface="Times New Roman" panose="02020603050405020304" pitchFamily="18" charset="0"/>
              </a:rPr>
              <a:t>:               </a:t>
            </a:r>
          </a:p>
          <a:p>
            <a:pPr algn="ctr"/>
            <a:r>
              <a:rPr lang="en-US" sz="1400" dirty="0">
                <a:solidFill>
                  <a:schemeClr val="tx1"/>
                </a:solidFill>
                <a:latin typeface="Times New Roman" panose="02020603050405020304" pitchFamily="18" charset="0"/>
                <a:ea typeface="ADLaM Display" panose="02010000000000000000" pitchFamily="2" charset="0"/>
                <a:cs typeface="Times New Roman" panose="02020603050405020304" pitchFamily="18" charset="0"/>
              </a:rPr>
              <a:t>SUCHITHRA RAVULA                227R1A6249</a:t>
            </a:r>
          </a:p>
          <a:p>
            <a:pPr algn="ctr"/>
            <a:r>
              <a:rPr lang="en-US" sz="1400" dirty="0">
                <a:latin typeface="Times New Roman" panose="02020603050405020304" pitchFamily="18" charset="0"/>
                <a:ea typeface="ADLaM Display" panose="02010000000000000000" pitchFamily="2" charset="0"/>
                <a:cs typeface="Times New Roman" panose="02020603050405020304" pitchFamily="18" charset="0"/>
              </a:rPr>
              <a:t>SWETHA THADEM                      227R1A6258</a:t>
            </a:r>
          </a:p>
          <a:p>
            <a:pPr algn="ctr"/>
            <a:r>
              <a:rPr lang="en-US" sz="1400" dirty="0">
                <a:solidFill>
                  <a:schemeClr val="tx1"/>
                </a:solidFill>
                <a:latin typeface="Times New Roman" panose="02020603050405020304" pitchFamily="18" charset="0"/>
                <a:ea typeface="ADLaM Display" panose="02010000000000000000" pitchFamily="2" charset="0"/>
                <a:cs typeface="Times New Roman" panose="02020603050405020304" pitchFamily="18" charset="0"/>
              </a:rPr>
              <a:t>MURALI KRISHNA VANGA        227R1A6261</a:t>
            </a:r>
          </a:p>
          <a:p>
            <a:pPr algn="ctr"/>
            <a:r>
              <a:rPr lang="en-US" sz="1400" dirty="0">
                <a:latin typeface="Times New Roman" panose="02020603050405020304" pitchFamily="18" charset="0"/>
                <a:ea typeface="ADLaM Display" panose="02010000000000000000" pitchFamily="2" charset="0"/>
                <a:cs typeface="Times New Roman" panose="02020603050405020304" pitchFamily="18" charset="0"/>
              </a:rPr>
              <a:t>FARHAN ABASSI                         227R1A6232</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339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6C145-B0E7-0E07-FE20-BC59E111FC66}"/>
              </a:ext>
            </a:extLst>
          </p:cNvPr>
          <p:cNvSpPr>
            <a:spLocks noGrp="1"/>
          </p:cNvSpPr>
          <p:nvPr>
            <p:ph type="title"/>
          </p:nvPr>
        </p:nvSpPr>
        <p:spPr/>
        <p:txBody>
          <a:bodyPr>
            <a:normAutofit/>
          </a:bodyPr>
          <a:lstStyle/>
          <a:p>
            <a:r>
              <a:rPr lang="en" sz="2800" dirty="0">
                <a:solidFill>
                  <a:srgbClr val="FF0000"/>
                </a:solidFill>
                <a:latin typeface="Bookman Old Style" panose="02050604050505020204" pitchFamily="18" charset="0"/>
              </a:rPr>
              <a:t>TABLE OF CONTENTS</a:t>
            </a:r>
            <a:endParaRPr lang="en-IN" sz="2800" dirty="0">
              <a:solidFill>
                <a:srgbClr val="FF0000"/>
              </a:solidFill>
            </a:endParaRPr>
          </a:p>
        </p:txBody>
      </p:sp>
      <p:pic>
        <p:nvPicPr>
          <p:cNvPr id="3" name="Picture 2">
            <a:extLst>
              <a:ext uri="{FF2B5EF4-FFF2-40B4-BE49-F238E27FC236}">
                <a16:creationId xmlns:a16="http://schemas.microsoft.com/office/drawing/2014/main" id="{41C20E5C-4226-7972-A852-7606CBD57D8F}"/>
              </a:ext>
            </a:extLst>
          </p:cNvPr>
          <p:cNvPicPr>
            <a:picLocks noChangeAspect="1"/>
          </p:cNvPicPr>
          <p:nvPr/>
        </p:nvPicPr>
        <p:blipFill>
          <a:blip r:embed="rId2"/>
          <a:stretch>
            <a:fillRect/>
          </a:stretch>
        </p:blipFill>
        <p:spPr>
          <a:xfrm>
            <a:off x="204313" y="560672"/>
            <a:ext cx="341406" cy="341406"/>
          </a:xfrm>
          <a:prstGeom prst="rect">
            <a:avLst/>
          </a:prstGeom>
        </p:spPr>
      </p:pic>
      <p:sp>
        <p:nvSpPr>
          <p:cNvPr id="22" name="TextBox 21">
            <a:extLst>
              <a:ext uri="{FF2B5EF4-FFF2-40B4-BE49-F238E27FC236}">
                <a16:creationId xmlns:a16="http://schemas.microsoft.com/office/drawing/2014/main" id="{1FD5C526-31FF-FF2F-29A9-36FC464097F2}"/>
              </a:ext>
            </a:extLst>
          </p:cNvPr>
          <p:cNvSpPr txBox="1"/>
          <p:nvPr/>
        </p:nvSpPr>
        <p:spPr>
          <a:xfrm>
            <a:off x="545719" y="1114543"/>
            <a:ext cx="7194550" cy="3693319"/>
          </a:xfrm>
          <a:prstGeom prst="rect">
            <a:avLst/>
          </a:prstGeom>
          <a:noFill/>
        </p:spPr>
        <p:txBody>
          <a:bodyPr wrap="square" rtlCol="0">
            <a:spAutoFit/>
          </a:bodyPr>
          <a:lstStyle/>
          <a:p>
            <a:pPr marL="342900" indent="-342900">
              <a:buClr>
                <a:schemeClr val="tx1"/>
              </a:buCl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ABSTRACT</a:t>
            </a:r>
          </a:p>
          <a:p>
            <a:pPr marL="342900" indent="-342900">
              <a:buClr>
                <a:schemeClr val="tx1"/>
              </a:buCl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PROBLEM DEFINITION</a:t>
            </a:r>
          </a:p>
          <a:p>
            <a:pPr marL="342900" indent="-342900">
              <a:buClr>
                <a:schemeClr val="tx1"/>
              </a:buCl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LITERATURE REVIEW</a:t>
            </a:r>
          </a:p>
          <a:p>
            <a:pPr marL="342900" indent="-342900">
              <a:buClr>
                <a:schemeClr val="tx1"/>
              </a:buCl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OBJECTIVES</a:t>
            </a:r>
          </a:p>
          <a:p>
            <a:pPr marL="342900" indent="-342900">
              <a:buClr>
                <a:schemeClr val="tx1"/>
              </a:buCl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PROPOSED METHODOLOGY</a:t>
            </a:r>
          </a:p>
          <a:p>
            <a:pPr marL="342900" indent="-342900">
              <a:buClr>
                <a:schemeClr val="tx1"/>
              </a:buCl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SYSTEM REQUIREMENTS(HARDWARE / SOFTWARE)</a:t>
            </a:r>
          </a:p>
          <a:p>
            <a:pPr marL="342900" indent="-342900">
              <a:buClr>
                <a:schemeClr val="tx1"/>
              </a:buCl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SYSTEM DESIGN</a:t>
            </a:r>
          </a:p>
          <a:p>
            <a:pPr marL="342900" indent="-342900">
              <a:buClr>
                <a:schemeClr val="tx1"/>
              </a:buCl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REFERENCES</a:t>
            </a:r>
          </a:p>
          <a:p>
            <a:pPr marL="342900" indent="-342900">
              <a:buClr>
                <a:schemeClr val="bg2"/>
              </a:buClr>
              <a:buFont typeface="Arial" panose="020B0604020202020204" pitchFamily="34" charset="0"/>
              <a:buChar char="•"/>
            </a:pPr>
            <a:endParaRPr lang="en-IN" dirty="0"/>
          </a:p>
          <a:p>
            <a:pPr marL="342900" indent="-342900">
              <a:buClr>
                <a:schemeClr val="bg2"/>
              </a:buClr>
              <a:buFont typeface="Arial" panose="020B0604020202020204" pitchFamily="34" charset="0"/>
              <a:buChar char="•"/>
            </a:pPr>
            <a:endParaRPr lang="en-IN" dirty="0"/>
          </a:p>
          <a:p>
            <a:pPr marL="342900" indent="-342900">
              <a:buClr>
                <a:schemeClr val="bg2"/>
              </a:buClr>
              <a:buFont typeface="Arial" panose="020B0604020202020204" pitchFamily="34" charset="0"/>
              <a:buChar char="•"/>
            </a:pPr>
            <a:endParaRPr lang="en-IN" dirty="0"/>
          </a:p>
          <a:p>
            <a:pPr marL="342900" indent="-342900">
              <a:buClr>
                <a:schemeClr val="bg2"/>
              </a:buClr>
              <a:buFont typeface="Arial" panose="020B0604020202020204" pitchFamily="34" charset="0"/>
              <a:buChar char="•"/>
            </a:pPr>
            <a:endParaRPr lang="en-IN" dirty="0"/>
          </a:p>
          <a:p>
            <a:pPr marL="342900" indent="-342900">
              <a:buClr>
                <a:schemeClr val="bg2"/>
              </a:buClr>
              <a:buFont typeface="Arial" panose="020B0604020202020204" pitchFamily="34" charset="0"/>
              <a:buChar char="•"/>
            </a:pPr>
            <a:endParaRPr lang="en-IN" dirty="0"/>
          </a:p>
        </p:txBody>
      </p:sp>
    </p:spTree>
    <p:extLst>
      <p:ext uri="{BB962C8B-B14F-4D97-AF65-F5344CB8AC3E}">
        <p14:creationId xmlns:p14="http://schemas.microsoft.com/office/powerpoint/2010/main" val="2867950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22" name="Google Shape;222;p32"/>
          <p:cNvSpPr txBox="1">
            <a:spLocks noGrp="1"/>
          </p:cNvSpPr>
          <p:nvPr>
            <p:ph type="title"/>
          </p:nvPr>
        </p:nvSpPr>
        <p:spPr>
          <a:xfrm>
            <a:off x="494852" y="48301"/>
            <a:ext cx="4903800" cy="1060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3200" dirty="0">
                <a:solidFill>
                  <a:srgbClr val="FF0000"/>
                </a:solidFill>
                <a:latin typeface="Times New Roman" panose="02020603050405020304" pitchFamily="18" charset="0"/>
                <a:cs typeface="Times New Roman" panose="02020603050405020304" pitchFamily="18" charset="0"/>
              </a:rPr>
              <a:t>ABSTRACT</a:t>
            </a:r>
          </a:p>
        </p:txBody>
      </p:sp>
      <p:sp>
        <p:nvSpPr>
          <p:cNvPr id="223" name="Google Shape;223;p32"/>
          <p:cNvSpPr txBox="1">
            <a:spLocks noGrp="1"/>
          </p:cNvSpPr>
          <p:nvPr>
            <p:ph type="subTitle" idx="1"/>
          </p:nvPr>
        </p:nvSpPr>
        <p:spPr>
          <a:xfrm>
            <a:off x="494852" y="1274673"/>
            <a:ext cx="8263445" cy="2856263"/>
          </a:xfrm>
          <a:prstGeom prst="rect">
            <a:avLst/>
          </a:prstGeom>
        </p:spPr>
        <p:txBody>
          <a:bodyPr spcFirstLastPara="1" wrap="square" lIns="91425" tIns="91425" rIns="91425" bIns="91425" anchor="t" anchorCtr="0">
            <a:noAutofit/>
          </a:bodyPr>
          <a:lstStyle/>
          <a:p>
            <a:pPr marL="0" indent="0" algn="just">
              <a:buClr>
                <a:schemeClr val="dk1"/>
              </a:buClr>
              <a:buSzPts val="1100"/>
              <a:buNone/>
            </a:pPr>
            <a:r>
              <a:rPr lang="en-US" sz="1800" dirty="0">
                <a:latin typeface="Times New Roman" panose="02020603050405020304" pitchFamily="18" charset="0"/>
                <a:cs typeface="Times New Roman" panose="02020603050405020304" pitchFamily="18" charset="0"/>
              </a:rPr>
              <a:t>This project presents a hands-free solution for computer interaction using eye movement tracking via OpenCV. Aimed primarily at individuals with motor disabilities, the system uses real-time video input to detect and track the user's eye movement, translating these movements into cursor control commands. By eliminating the need for traditional mouse hardware, this solution promotes accessibility and hands-free computing using only a webcam and intelligent software.</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8">
          <a:extLst>
            <a:ext uri="{FF2B5EF4-FFF2-40B4-BE49-F238E27FC236}">
              <a16:creationId xmlns:a16="http://schemas.microsoft.com/office/drawing/2014/main" id="{4B9189D6-8453-58A1-F99C-88734BB42CF3}"/>
            </a:ext>
          </a:extLst>
        </p:cNvPr>
        <p:cNvGrpSpPr/>
        <p:nvPr/>
      </p:nvGrpSpPr>
      <p:grpSpPr>
        <a:xfrm>
          <a:off x="0" y="0"/>
          <a:ext cx="0" cy="0"/>
          <a:chOff x="0" y="0"/>
          <a:chExt cx="0" cy="0"/>
        </a:xfrm>
      </p:grpSpPr>
      <p:sp>
        <p:nvSpPr>
          <p:cNvPr id="222" name="Google Shape;222;p32">
            <a:extLst>
              <a:ext uri="{FF2B5EF4-FFF2-40B4-BE49-F238E27FC236}">
                <a16:creationId xmlns:a16="http://schemas.microsoft.com/office/drawing/2014/main" id="{35B6B283-8DE8-4866-415C-726EDA31439E}"/>
              </a:ext>
            </a:extLst>
          </p:cNvPr>
          <p:cNvSpPr txBox="1">
            <a:spLocks noGrp="1"/>
          </p:cNvSpPr>
          <p:nvPr>
            <p:ph type="title"/>
          </p:nvPr>
        </p:nvSpPr>
        <p:spPr>
          <a:xfrm>
            <a:off x="494852" y="48301"/>
            <a:ext cx="4903800" cy="1060800"/>
          </a:xfrm>
          <a:prstGeom prst="rect">
            <a:avLst/>
          </a:prstGeom>
        </p:spPr>
        <p:txBody>
          <a:bodyPr spcFirstLastPara="1" wrap="square" lIns="91425" tIns="91425" rIns="91425" bIns="91425" anchor="b" anchorCtr="0">
            <a:noAutofit/>
          </a:bodyPr>
          <a:lstStyle/>
          <a:p>
            <a:pPr lvl="0"/>
            <a:r>
              <a:rPr lang="en-US" sz="3200" dirty="0">
                <a:solidFill>
                  <a:srgbClr val="FF0000"/>
                </a:solidFill>
                <a:latin typeface="Times New Roman" panose="02020603050405020304" pitchFamily="18" charset="0"/>
                <a:cs typeface="Times New Roman" panose="02020603050405020304" pitchFamily="18" charset="0"/>
              </a:rPr>
              <a:t>PROBLEM DEFINITION</a:t>
            </a:r>
          </a:p>
        </p:txBody>
      </p:sp>
      <p:sp>
        <p:nvSpPr>
          <p:cNvPr id="223" name="Google Shape;223;p32">
            <a:extLst>
              <a:ext uri="{FF2B5EF4-FFF2-40B4-BE49-F238E27FC236}">
                <a16:creationId xmlns:a16="http://schemas.microsoft.com/office/drawing/2014/main" id="{88BD2252-823C-DA9F-178A-D96C2176F360}"/>
              </a:ext>
            </a:extLst>
          </p:cNvPr>
          <p:cNvSpPr txBox="1">
            <a:spLocks noGrp="1"/>
          </p:cNvSpPr>
          <p:nvPr>
            <p:ph type="subTitle" idx="1"/>
          </p:nvPr>
        </p:nvSpPr>
        <p:spPr>
          <a:xfrm>
            <a:off x="494852" y="1274673"/>
            <a:ext cx="8263445" cy="2856263"/>
          </a:xfrm>
          <a:prstGeom prst="rect">
            <a:avLst/>
          </a:prstGeom>
        </p:spPr>
        <p:txBody>
          <a:bodyPr spcFirstLastPara="1" wrap="square" lIns="91425" tIns="91425" rIns="91425" bIns="91425" anchor="t" anchorCtr="0">
            <a:noAutofit/>
          </a:bodyPr>
          <a:lstStyle/>
          <a:p>
            <a:pPr marL="285750" indent="-285750" algn="just">
              <a:buClr>
                <a:schemeClr val="dk1"/>
              </a:buClr>
              <a:buSzPts val="11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Physically challenged users often face difficulties in interacting with computers due to reliance on hardware-based input methods. There is a need for a low-cost, software-based, hands-free interface that enables effective and intuitive cursor control using only eye movements.</a:t>
            </a:r>
          </a:p>
          <a:p>
            <a:pPr marL="285750" indent="-285750" algn="just">
              <a:buClr>
                <a:schemeClr val="dk1"/>
              </a:buClr>
              <a:buSzPts val="11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Most computer systems rely on physical input devices (mouse, keyboard, touchpad).</a:t>
            </a:r>
          </a:p>
          <a:p>
            <a:pPr marL="285750" indent="-285750" algn="just">
              <a:buClr>
                <a:schemeClr val="dk1"/>
              </a:buClr>
              <a:buSzPts val="11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People with motor disabilities face difficulties in using traditional devices.</a:t>
            </a:r>
          </a:p>
          <a:p>
            <a:pPr marL="285750" indent="-285750" algn="just">
              <a:buClr>
                <a:schemeClr val="dk1"/>
              </a:buClr>
              <a:buSzPts val="11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Existing eye-tracking hardware is costly and requires specialized equipment.</a:t>
            </a:r>
          </a:p>
          <a:p>
            <a:pPr marL="285750" indent="-285750" algn="just">
              <a:buClr>
                <a:schemeClr val="dk1"/>
              </a:buClr>
              <a:buSzPts val="11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Lack of affordable, real-time, and software-based accessibility solutions.</a:t>
            </a:r>
          </a:p>
          <a:p>
            <a:pPr marL="285750" indent="-285750" algn="just">
              <a:buClr>
                <a:schemeClr val="dk1"/>
              </a:buClr>
              <a:buSzPts val="11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Need for a low-cost, hands-free cursor control system using webcams and computer vision</a:t>
            </a:r>
          </a:p>
        </p:txBody>
      </p:sp>
    </p:spTree>
    <p:extLst>
      <p:ext uri="{BB962C8B-B14F-4D97-AF65-F5344CB8AC3E}">
        <p14:creationId xmlns:p14="http://schemas.microsoft.com/office/powerpoint/2010/main" val="3519485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E6C0F3-DED5-849E-9C85-B5E4A8951A5C}"/>
              </a:ext>
            </a:extLst>
          </p:cNvPr>
          <p:cNvSpPr>
            <a:spLocks noGrp="1"/>
          </p:cNvSpPr>
          <p:nvPr>
            <p:ph type="sldNum" sz="quarter" idx="12"/>
          </p:nvPr>
        </p:nvSpPr>
        <p:spPr/>
        <p:txBody>
          <a:bodyPr/>
          <a:lstStyle/>
          <a:p>
            <a:fld id="{FCDD012C-301D-4786-8865-50B3DCF1E4E6}" type="slidenum">
              <a:rPr lang="en-US" smtClean="0"/>
              <a:t>5</a:t>
            </a:fld>
            <a:endParaRPr lang="en-US"/>
          </a:p>
        </p:txBody>
      </p:sp>
      <p:sp>
        <p:nvSpPr>
          <p:cNvPr id="4" name="TextBox 3">
            <a:extLst>
              <a:ext uri="{FF2B5EF4-FFF2-40B4-BE49-F238E27FC236}">
                <a16:creationId xmlns:a16="http://schemas.microsoft.com/office/drawing/2014/main" id="{8A7179F9-E19A-B8A4-E0D7-DC35D22206FA}"/>
              </a:ext>
            </a:extLst>
          </p:cNvPr>
          <p:cNvSpPr txBox="1"/>
          <p:nvPr/>
        </p:nvSpPr>
        <p:spPr>
          <a:xfrm>
            <a:off x="240702" y="0"/>
            <a:ext cx="4572000" cy="523220"/>
          </a:xfrm>
          <a:prstGeom prst="rect">
            <a:avLst/>
          </a:prstGeom>
          <a:noFill/>
        </p:spPr>
        <p:txBody>
          <a:bodyPr wrap="square">
            <a:spAutoFit/>
          </a:bodyPr>
          <a:lstStyle/>
          <a:p>
            <a:r>
              <a:rPr lang="en-US" sz="2800" dirty="0">
                <a:solidFill>
                  <a:srgbClr val="FF0000"/>
                </a:solidFill>
                <a:latin typeface="Times New Roman" panose="02020603050405020304" pitchFamily="18" charset="0"/>
                <a:cs typeface="Times New Roman" panose="02020603050405020304" pitchFamily="18" charset="0"/>
              </a:rPr>
              <a:t>OBJECTIVES</a:t>
            </a:r>
            <a:endParaRPr lang="en-US" sz="2800" dirty="0"/>
          </a:p>
        </p:txBody>
      </p:sp>
      <p:graphicFrame>
        <p:nvGraphicFramePr>
          <p:cNvPr id="3" name="Table 2">
            <a:extLst>
              <a:ext uri="{FF2B5EF4-FFF2-40B4-BE49-F238E27FC236}">
                <a16:creationId xmlns:a16="http://schemas.microsoft.com/office/drawing/2014/main" id="{B1953812-D572-3731-336F-39A4B54C6517}"/>
              </a:ext>
            </a:extLst>
          </p:cNvPr>
          <p:cNvGraphicFramePr>
            <a:graphicFrameLocks noGrp="1"/>
          </p:cNvGraphicFramePr>
          <p:nvPr>
            <p:extLst>
              <p:ext uri="{D42A27DB-BD31-4B8C-83A1-F6EECF244321}">
                <p14:modId xmlns:p14="http://schemas.microsoft.com/office/powerpoint/2010/main" val="4078932046"/>
              </p:ext>
            </p:extLst>
          </p:nvPr>
        </p:nvGraphicFramePr>
        <p:xfrm>
          <a:off x="344245" y="594227"/>
          <a:ext cx="8466268" cy="4297618"/>
        </p:xfrm>
        <a:graphic>
          <a:graphicData uri="http://schemas.openxmlformats.org/drawingml/2006/table">
            <a:tbl>
              <a:tblPr>
                <a:tableStyleId>{91EBBBCC-DAD2-459C-BE2E-F6DE35CF9A28}</a:tableStyleId>
              </a:tblPr>
              <a:tblGrid>
                <a:gridCol w="3001383">
                  <a:extLst>
                    <a:ext uri="{9D8B030D-6E8A-4147-A177-3AD203B41FA5}">
                      <a16:colId xmlns:a16="http://schemas.microsoft.com/office/drawing/2014/main" val="2763364569"/>
                    </a:ext>
                  </a:extLst>
                </a:gridCol>
                <a:gridCol w="5464885">
                  <a:extLst>
                    <a:ext uri="{9D8B030D-6E8A-4147-A177-3AD203B41FA5}">
                      <a16:colId xmlns:a16="http://schemas.microsoft.com/office/drawing/2014/main" val="972165644"/>
                    </a:ext>
                  </a:extLst>
                </a:gridCol>
              </a:tblGrid>
              <a:tr h="161678">
                <a:tc>
                  <a:txBody>
                    <a:bodyPr/>
                    <a:lstStyle/>
                    <a:p>
                      <a:pPr>
                        <a:buNone/>
                      </a:pPr>
                      <a:r>
                        <a:rPr lang="en-US" sz="1200" b="1"/>
                        <a:t>Objective</a:t>
                      </a:r>
                      <a:endParaRPr lang="en-US" sz="1200">
                        <a:latin typeface="Times New Roman" panose="02020603050405020304" pitchFamily="18" charset="0"/>
                        <a:cs typeface="Times New Roman" panose="02020603050405020304" pitchFamily="18" charset="0"/>
                      </a:endParaRPr>
                    </a:p>
                  </a:txBody>
                  <a:tcPr marL="41558" marR="41558" marT="20779" marB="20779" anchor="ctr"/>
                </a:tc>
                <a:tc>
                  <a:txBody>
                    <a:bodyPr/>
                    <a:lstStyle/>
                    <a:p>
                      <a:pPr>
                        <a:buNone/>
                      </a:pPr>
                      <a:r>
                        <a:rPr lang="en-US" sz="1200" b="1"/>
                        <a:t>Description</a:t>
                      </a:r>
                      <a:endParaRPr lang="en-US" sz="1200">
                        <a:latin typeface="Times New Roman" panose="02020603050405020304" pitchFamily="18" charset="0"/>
                        <a:cs typeface="Times New Roman" panose="02020603050405020304" pitchFamily="18" charset="0"/>
                      </a:endParaRPr>
                    </a:p>
                  </a:txBody>
                  <a:tcPr marL="41558" marR="41558" marT="20779" marB="20779" anchor="ctr"/>
                </a:tc>
                <a:extLst>
                  <a:ext uri="{0D108BD9-81ED-4DB2-BD59-A6C34878D82A}">
                    <a16:rowId xmlns:a16="http://schemas.microsoft.com/office/drawing/2014/main" val="461183942"/>
                  </a:ext>
                </a:extLst>
              </a:tr>
              <a:tr h="385540">
                <a:tc>
                  <a:txBody>
                    <a:bodyPr/>
                    <a:lstStyle/>
                    <a:p>
                      <a:pPr>
                        <a:buNone/>
                      </a:pPr>
                      <a:r>
                        <a:rPr lang="en-US" sz="1200"/>
                        <a:t>Hands-Free Computer Control</a:t>
                      </a:r>
                      <a:endParaRPr lang="en-US" sz="1200">
                        <a:latin typeface="Times New Roman" panose="02020603050405020304" pitchFamily="18" charset="0"/>
                        <a:cs typeface="Times New Roman" panose="02020603050405020304" pitchFamily="18" charset="0"/>
                      </a:endParaRPr>
                    </a:p>
                  </a:txBody>
                  <a:tcPr marL="41558" marR="41558" marT="20779" marB="20779" anchor="ctr"/>
                </a:tc>
                <a:tc>
                  <a:txBody>
                    <a:bodyPr/>
                    <a:lstStyle/>
                    <a:p>
                      <a:pPr>
                        <a:buNone/>
                      </a:pPr>
                      <a:r>
                        <a:rPr lang="en-US" sz="1200"/>
                        <a:t>Enable users to operate the mouse cursor using only eye movements, eliminating the need for physical devices like a mouse or touchpad.</a:t>
                      </a:r>
                      <a:endParaRPr lang="en-US" sz="1200">
                        <a:latin typeface="Times New Roman" panose="02020603050405020304" pitchFamily="18" charset="0"/>
                        <a:cs typeface="Times New Roman" panose="02020603050405020304" pitchFamily="18" charset="0"/>
                      </a:endParaRPr>
                    </a:p>
                  </a:txBody>
                  <a:tcPr marL="41558" marR="41558" marT="20779" marB="20779" anchor="ctr"/>
                </a:tc>
                <a:extLst>
                  <a:ext uri="{0D108BD9-81ED-4DB2-BD59-A6C34878D82A}">
                    <a16:rowId xmlns:a16="http://schemas.microsoft.com/office/drawing/2014/main" val="4169979078"/>
                  </a:ext>
                </a:extLst>
              </a:tr>
              <a:tr h="385540">
                <a:tc>
                  <a:txBody>
                    <a:bodyPr/>
                    <a:lstStyle/>
                    <a:p>
                      <a:pPr>
                        <a:buNone/>
                      </a:pPr>
                      <a:r>
                        <a:rPr lang="en-US" sz="1200" dirty="0"/>
                        <a:t>Accessibility for Disabled Users</a:t>
                      </a:r>
                      <a:endParaRPr lang="en-US" sz="1200" dirty="0">
                        <a:latin typeface="Times New Roman" panose="02020603050405020304" pitchFamily="18" charset="0"/>
                        <a:cs typeface="Times New Roman" panose="02020603050405020304" pitchFamily="18" charset="0"/>
                      </a:endParaRPr>
                    </a:p>
                  </a:txBody>
                  <a:tcPr marL="41558" marR="41558" marT="20779" marB="20779" anchor="ctr"/>
                </a:tc>
                <a:tc>
                  <a:txBody>
                    <a:bodyPr/>
                    <a:lstStyle/>
                    <a:p>
                      <a:pPr>
                        <a:buNone/>
                      </a:pPr>
                      <a:r>
                        <a:rPr lang="en-US" sz="1200"/>
                        <a:t>Provide an alternative input method for people with motor impairments, improving digital accessibility and inclusivity.</a:t>
                      </a:r>
                      <a:endParaRPr lang="en-US" sz="1200">
                        <a:latin typeface="Times New Roman" panose="02020603050405020304" pitchFamily="18" charset="0"/>
                        <a:cs typeface="Times New Roman" panose="02020603050405020304" pitchFamily="18" charset="0"/>
                      </a:endParaRPr>
                    </a:p>
                  </a:txBody>
                  <a:tcPr marL="41558" marR="41558" marT="20779" marB="20779" anchor="ctr"/>
                </a:tc>
                <a:extLst>
                  <a:ext uri="{0D108BD9-81ED-4DB2-BD59-A6C34878D82A}">
                    <a16:rowId xmlns:a16="http://schemas.microsoft.com/office/drawing/2014/main" val="1274762827"/>
                  </a:ext>
                </a:extLst>
              </a:tr>
              <a:tr h="385540">
                <a:tc>
                  <a:txBody>
                    <a:bodyPr/>
                    <a:lstStyle/>
                    <a:p>
                      <a:pPr>
                        <a:buNone/>
                      </a:pPr>
                      <a:r>
                        <a:rPr lang="en-US" sz="1200"/>
                        <a:t>Real-Time Eye Tracking</a:t>
                      </a:r>
                      <a:endParaRPr lang="en-US" sz="1200">
                        <a:latin typeface="Times New Roman" panose="02020603050405020304" pitchFamily="18" charset="0"/>
                        <a:cs typeface="Times New Roman" panose="02020603050405020304" pitchFamily="18" charset="0"/>
                      </a:endParaRPr>
                    </a:p>
                  </a:txBody>
                  <a:tcPr marL="41558" marR="41558" marT="20779" marB="20779" anchor="ctr"/>
                </a:tc>
                <a:tc>
                  <a:txBody>
                    <a:bodyPr/>
                    <a:lstStyle/>
                    <a:p>
                      <a:pPr>
                        <a:buNone/>
                      </a:pPr>
                      <a:r>
                        <a:rPr lang="en-US" sz="1200"/>
                        <a:t>Implement OpenCV and MediaPipe for real-time detection and tracking of eye movements with high accuracy and minimal latency.</a:t>
                      </a:r>
                      <a:endParaRPr lang="en-US" sz="1200">
                        <a:latin typeface="Times New Roman" panose="02020603050405020304" pitchFamily="18" charset="0"/>
                        <a:cs typeface="Times New Roman" panose="02020603050405020304" pitchFamily="18" charset="0"/>
                      </a:endParaRPr>
                    </a:p>
                  </a:txBody>
                  <a:tcPr marL="41558" marR="41558" marT="20779" marB="20779" anchor="ctr"/>
                </a:tc>
                <a:extLst>
                  <a:ext uri="{0D108BD9-81ED-4DB2-BD59-A6C34878D82A}">
                    <a16:rowId xmlns:a16="http://schemas.microsoft.com/office/drawing/2014/main" val="152065233"/>
                  </a:ext>
                </a:extLst>
              </a:tr>
              <a:tr h="385540">
                <a:tc>
                  <a:txBody>
                    <a:bodyPr/>
                    <a:lstStyle/>
                    <a:p>
                      <a:pPr>
                        <a:buNone/>
                      </a:pPr>
                      <a:r>
                        <a:rPr lang="en-US" sz="1200" dirty="0"/>
                        <a:t>Cursor Movement Based on Eye Gaze</a:t>
                      </a:r>
                      <a:endParaRPr lang="en-US" sz="1200" dirty="0">
                        <a:latin typeface="Times New Roman" panose="02020603050405020304" pitchFamily="18" charset="0"/>
                        <a:cs typeface="Times New Roman" panose="02020603050405020304" pitchFamily="18" charset="0"/>
                      </a:endParaRPr>
                    </a:p>
                  </a:txBody>
                  <a:tcPr marL="41558" marR="41558" marT="20779" marB="20779" anchor="ctr"/>
                </a:tc>
                <a:tc>
                  <a:txBody>
                    <a:bodyPr/>
                    <a:lstStyle/>
                    <a:p>
                      <a:pPr>
                        <a:buNone/>
                      </a:pPr>
                      <a:r>
                        <a:rPr lang="en-US" sz="1200"/>
                        <a:t>Map eye gaze positions to cursor movement, ensuring smooth and precise control of on-screen navigation.</a:t>
                      </a:r>
                      <a:endParaRPr lang="en-US" sz="1200">
                        <a:latin typeface="Times New Roman" panose="02020603050405020304" pitchFamily="18" charset="0"/>
                        <a:cs typeface="Times New Roman" panose="02020603050405020304" pitchFamily="18" charset="0"/>
                      </a:endParaRPr>
                    </a:p>
                  </a:txBody>
                  <a:tcPr marL="41558" marR="41558" marT="20779" marB="20779" anchor="ctr"/>
                </a:tc>
                <a:extLst>
                  <a:ext uri="{0D108BD9-81ED-4DB2-BD59-A6C34878D82A}">
                    <a16:rowId xmlns:a16="http://schemas.microsoft.com/office/drawing/2014/main" val="1093343686"/>
                  </a:ext>
                </a:extLst>
              </a:tr>
              <a:tr h="385540">
                <a:tc>
                  <a:txBody>
                    <a:bodyPr/>
                    <a:lstStyle/>
                    <a:p>
                      <a:pPr>
                        <a:buNone/>
                      </a:pPr>
                      <a:r>
                        <a:rPr lang="en-US" sz="1200" dirty="0"/>
                        <a:t>Click and Selection Simulation</a:t>
                      </a:r>
                      <a:endParaRPr lang="en-US" sz="1200" dirty="0">
                        <a:latin typeface="Times New Roman" panose="02020603050405020304" pitchFamily="18" charset="0"/>
                        <a:cs typeface="Times New Roman" panose="02020603050405020304" pitchFamily="18" charset="0"/>
                      </a:endParaRPr>
                    </a:p>
                  </a:txBody>
                  <a:tcPr marL="41558" marR="41558" marT="20779" marB="20779" anchor="ctr"/>
                </a:tc>
                <a:tc>
                  <a:txBody>
                    <a:bodyPr/>
                    <a:lstStyle/>
                    <a:p>
                      <a:pPr>
                        <a:buNone/>
                      </a:pPr>
                      <a:r>
                        <a:rPr lang="en-US" sz="1200"/>
                        <a:t>Replace mouse clicks with eye-based gestures such as blinking or prolonged gaze, allowing complete mouse functionality.</a:t>
                      </a:r>
                      <a:endParaRPr lang="en-US" sz="1200">
                        <a:latin typeface="Times New Roman" panose="02020603050405020304" pitchFamily="18" charset="0"/>
                        <a:cs typeface="Times New Roman" panose="02020603050405020304" pitchFamily="18" charset="0"/>
                      </a:endParaRPr>
                    </a:p>
                  </a:txBody>
                  <a:tcPr marL="41558" marR="41558" marT="20779" marB="20779" anchor="ctr"/>
                </a:tc>
                <a:extLst>
                  <a:ext uri="{0D108BD9-81ED-4DB2-BD59-A6C34878D82A}">
                    <a16:rowId xmlns:a16="http://schemas.microsoft.com/office/drawing/2014/main" val="555978653"/>
                  </a:ext>
                </a:extLst>
              </a:tr>
              <a:tr h="385540">
                <a:tc>
                  <a:txBody>
                    <a:bodyPr/>
                    <a:lstStyle/>
                    <a:p>
                      <a:pPr>
                        <a:buNone/>
                      </a:pPr>
                      <a:r>
                        <a:rPr lang="en-US" sz="1200" dirty="0"/>
                        <a:t>Cost-Effective HCI Solution</a:t>
                      </a:r>
                      <a:endParaRPr lang="en-US" sz="1200" dirty="0">
                        <a:latin typeface="Times New Roman" panose="02020603050405020304" pitchFamily="18" charset="0"/>
                        <a:cs typeface="Times New Roman" panose="02020603050405020304" pitchFamily="18" charset="0"/>
                      </a:endParaRPr>
                    </a:p>
                  </a:txBody>
                  <a:tcPr marL="41558" marR="41558" marT="20779" marB="20779" anchor="ctr"/>
                </a:tc>
                <a:tc>
                  <a:txBody>
                    <a:bodyPr/>
                    <a:lstStyle/>
                    <a:p>
                      <a:pPr>
                        <a:buNone/>
                      </a:pPr>
                      <a:r>
                        <a:rPr lang="en-US" sz="1200"/>
                        <a:t>Develop a low-cost, software-based approach using a standard webcam without requiring specialized hardware.</a:t>
                      </a:r>
                      <a:endParaRPr lang="en-US" sz="1200">
                        <a:latin typeface="Times New Roman" panose="02020603050405020304" pitchFamily="18" charset="0"/>
                        <a:cs typeface="Times New Roman" panose="02020603050405020304" pitchFamily="18" charset="0"/>
                      </a:endParaRPr>
                    </a:p>
                  </a:txBody>
                  <a:tcPr marL="41558" marR="41558" marT="20779" marB="20779" anchor="ctr"/>
                </a:tc>
                <a:extLst>
                  <a:ext uri="{0D108BD9-81ED-4DB2-BD59-A6C34878D82A}">
                    <a16:rowId xmlns:a16="http://schemas.microsoft.com/office/drawing/2014/main" val="1010710235"/>
                  </a:ext>
                </a:extLst>
              </a:tr>
              <a:tr h="385540">
                <a:tc>
                  <a:txBody>
                    <a:bodyPr/>
                    <a:lstStyle/>
                    <a:p>
                      <a:pPr>
                        <a:buNone/>
                      </a:pPr>
                      <a:r>
                        <a:rPr lang="en-US" sz="1200" dirty="0"/>
                        <a:t>Robustness to Lighting &amp; Head Movements</a:t>
                      </a:r>
                      <a:endParaRPr lang="en-US" sz="1200" dirty="0">
                        <a:latin typeface="Times New Roman" panose="02020603050405020304" pitchFamily="18" charset="0"/>
                        <a:cs typeface="Times New Roman" panose="02020603050405020304" pitchFamily="18" charset="0"/>
                      </a:endParaRPr>
                    </a:p>
                  </a:txBody>
                  <a:tcPr marL="41558" marR="41558" marT="20779" marB="20779" anchor="ctr"/>
                </a:tc>
                <a:tc>
                  <a:txBody>
                    <a:bodyPr/>
                    <a:lstStyle/>
                    <a:p>
                      <a:pPr>
                        <a:buNone/>
                      </a:pPr>
                      <a:r>
                        <a:rPr lang="en-US" sz="1200"/>
                        <a:t>Ensure reliable performance under varying lighting conditions and small head shifts, making the system practical in real-world environments.</a:t>
                      </a:r>
                      <a:endParaRPr lang="en-US" sz="1200">
                        <a:latin typeface="Times New Roman" panose="02020603050405020304" pitchFamily="18" charset="0"/>
                        <a:cs typeface="Times New Roman" panose="02020603050405020304" pitchFamily="18" charset="0"/>
                      </a:endParaRPr>
                    </a:p>
                  </a:txBody>
                  <a:tcPr marL="41558" marR="41558" marT="20779" marB="20779" anchor="ctr"/>
                </a:tc>
                <a:extLst>
                  <a:ext uri="{0D108BD9-81ED-4DB2-BD59-A6C34878D82A}">
                    <a16:rowId xmlns:a16="http://schemas.microsoft.com/office/drawing/2014/main" val="4103990476"/>
                  </a:ext>
                </a:extLst>
              </a:tr>
              <a:tr h="273610">
                <a:tc>
                  <a:txBody>
                    <a:bodyPr/>
                    <a:lstStyle/>
                    <a:p>
                      <a:pPr>
                        <a:buNone/>
                      </a:pPr>
                      <a:r>
                        <a:rPr lang="en-US" sz="1200"/>
                        <a:t>User-Friendly Interface</a:t>
                      </a:r>
                      <a:endParaRPr lang="en-US" sz="1200">
                        <a:latin typeface="Times New Roman" panose="02020603050405020304" pitchFamily="18" charset="0"/>
                        <a:cs typeface="Times New Roman" panose="02020603050405020304" pitchFamily="18" charset="0"/>
                      </a:endParaRPr>
                    </a:p>
                  </a:txBody>
                  <a:tcPr marL="41558" marR="41558" marT="20779" marB="20779" anchor="ctr"/>
                </a:tc>
                <a:tc>
                  <a:txBody>
                    <a:bodyPr/>
                    <a:lstStyle/>
                    <a:p>
                      <a:pPr>
                        <a:buNone/>
                      </a:pPr>
                      <a:r>
                        <a:rPr lang="en-US" sz="1200"/>
                        <a:t>Create an intuitive and easy-to-use interface that requires minimal training, improving user adoption.</a:t>
                      </a:r>
                      <a:endParaRPr lang="en-US" sz="1200">
                        <a:latin typeface="Times New Roman" panose="02020603050405020304" pitchFamily="18" charset="0"/>
                        <a:cs typeface="Times New Roman" panose="02020603050405020304" pitchFamily="18" charset="0"/>
                      </a:endParaRPr>
                    </a:p>
                  </a:txBody>
                  <a:tcPr marL="41558" marR="41558" marT="20779" marB="20779" anchor="ctr"/>
                </a:tc>
                <a:extLst>
                  <a:ext uri="{0D108BD9-81ED-4DB2-BD59-A6C34878D82A}">
                    <a16:rowId xmlns:a16="http://schemas.microsoft.com/office/drawing/2014/main" val="2147809098"/>
                  </a:ext>
                </a:extLst>
              </a:tr>
              <a:tr h="385540">
                <a:tc>
                  <a:txBody>
                    <a:bodyPr/>
                    <a:lstStyle/>
                    <a:p>
                      <a:pPr>
                        <a:buNone/>
                      </a:pPr>
                      <a:r>
                        <a:rPr lang="en-US" sz="1200"/>
                        <a:t>Application in Assistive Technologies</a:t>
                      </a:r>
                      <a:endParaRPr lang="en-US" sz="1200">
                        <a:latin typeface="Times New Roman" panose="02020603050405020304" pitchFamily="18" charset="0"/>
                        <a:cs typeface="Times New Roman" panose="02020603050405020304" pitchFamily="18" charset="0"/>
                      </a:endParaRPr>
                    </a:p>
                  </a:txBody>
                  <a:tcPr marL="41558" marR="41558" marT="20779" marB="20779" anchor="ctr"/>
                </a:tc>
                <a:tc>
                  <a:txBody>
                    <a:bodyPr/>
                    <a:lstStyle/>
                    <a:p>
                      <a:pPr>
                        <a:buNone/>
                      </a:pPr>
                      <a:r>
                        <a:rPr lang="en-US" sz="1200"/>
                        <a:t>Support assistive systems such as virtual keyboards, online learning tools, and remote communication for disabled users.</a:t>
                      </a:r>
                      <a:endParaRPr lang="en-US" sz="1200">
                        <a:latin typeface="Times New Roman" panose="02020603050405020304" pitchFamily="18" charset="0"/>
                        <a:cs typeface="Times New Roman" panose="02020603050405020304" pitchFamily="18" charset="0"/>
                      </a:endParaRPr>
                    </a:p>
                  </a:txBody>
                  <a:tcPr marL="41558" marR="41558" marT="20779" marB="20779" anchor="ctr"/>
                </a:tc>
                <a:extLst>
                  <a:ext uri="{0D108BD9-81ED-4DB2-BD59-A6C34878D82A}">
                    <a16:rowId xmlns:a16="http://schemas.microsoft.com/office/drawing/2014/main" val="1615893626"/>
                  </a:ext>
                </a:extLst>
              </a:tr>
              <a:tr h="385540">
                <a:tc>
                  <a:txBody>
                    <a:bodyPr/>
                    <a:lstStyle/>
                    <a:p>
                      <a:pPr>
                        <a:buNone/>
                      </a:pPr>
                      <a:r>
                        <a:rPr lang="en-US" sz="1200"/>
                        <a:t>Future Scalability</a:t>
                      </a:r>
                      <a:endParaRPr lang="en-US" sz="1200">
                        <a:latin typeface="Times New Roman" panose="02020603050405020304" pitchFamily="18" charset="0"/>
                        <a:cs typeface="Times New Roman" panose="02020603050405020304" pitchFamily="18" charset="0"/>
                      </a:endParaRPr>
                    </a:p>
                  </a:txBody>
                  <a:tcPr marL="41558" marR="41558" marT="20779" marB="20779" anchor="ctr"/>
                </a:tc>
                <a:tc>
                  <a:txBody>
                    <a:bodyPr/>
                    <a:lstStyle/>
                    <a:p>
                      <a:pPr>
                        <a:buNone/>
                      </a:pPr>
                      <a:r>
                        <a:rPr lang="en-US" sz="1200" dirty="0"/>
                        <a:t>Allow integration with advanced AI models for enhanced accuracy, gesture expansion, and potential VR/AR applications.</a:t>
                      </a:r>
                      <a:endParaRPr lang="en-US" sz="1200" dirty="0">
                        <a:latin typeface="Times New Roman" panose="02020603050405020304" pitchFamily="18" charset="0"/>
                        <a:cs typeface="Times New Roman" panose="02020603050405020304" pitchFamily="18" charset="0"/>
                      </a:endParaRPr>
                    </a:p>
                  </a:txBody>
                  <a:tcPr marL="41558" marR="41558" marT="20779" marB="20779" anchor="ctr"/>
                </a:tc>
                <a:extLst>
                  <a:ext uri="{0D108BD9-81ED-4DB2-BD59-A6C34878D82A}">
                    <a16:rowId xmlns:a16="http://schemas.microsoft.com/office/drawing/2014/main" val="3053662871"/>
                  </a:ext>
                </a:extLst>
              </a:tr>
            </a:tbl>
          </a:graphicData>
        </a:graphic>
      </p:graphicFrame>
    </p:spTree>
    <p:extLst>
      <p:ext uri="{BB962C8B-B14F-4D97-AF65-F5344CB8AC3E}">
        <p14:creationId xmlns:p14="http://schemas.microsoft.com/office/powerpoint/2010/main" val="2772363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9B3BC0-3957-A640-51A7-ECB857D50ED3}"/>
              </a:ext>
            </a:extLst>
          </p:cNvPr>
          <p:cNvSpPr>
            <a:spLocks noGrp="1"/>
          </p:cNvSpPr>
          <p:nvPr>
            <p:ph type="sldNum" sz="quarter" idx="12"/>
          </p:nvPr>
        </p:nvSpPr>
        <p:spPr/>
        <p:txBody>
          <a:bodyPr/>
          <a:lstStyle/>
          <a:p>
            <a:fld id="{FCDD012C-301D-4786-8865-50B3DCF1E4E6}" type="slidenum">
              <a:rPr lang="en-US" smtClean="0"/>
              <a:t>6</a:t>
            </a:fld>
            <a:endParaRPr lang="en-US"/>
          </a:p>
        </p:txBody>
      </p:sp>
      <p:sp>
        <p:nvSpPr>
          <p:cNvPr id="4" name="TextBox 3">
            <a:extLst>
              <a:ext uri="{FF2B5EF4-FFF2-40B4-BE49-F238E27FC236}">
                <a16:creationId xmlns:a16="http://schemas.microsoft.com/office/drawing/2014/main" id="{DC854C25-999D-DB27-3175-F427EECD8185}"/>
              </a:ext>
            </a:extLst>
          </p:cNvPr>
          <p:cNvSpPr txBox="1"/>
          <p:nvPr/>
        </p:nvSpPr>
        <p:spPr>
          <a:xfrm>
            <a:off x="424254" y="148757"/>
            <a:ext cx="4572000" cy="523220"/>
          </a:xfrm>
          <a:prstGeom prst="rect">
            <a:avLst/>
          </a:prstGeom>
          <a:noFill/>
        </p:spPr>
        <p:txBody>
          <a:bodyPr wrap="square">
            <a:spAutoFit/>
          </a:bodyPr>
          <a:lstStyle/>
          <a:p>
            <a:r>
              <a:rPr lang="en-IN" sz="2800" dirty="0">
                <a:solidFill>
                  <a:srgbClr val="FF0000"/>
                </a:solidFill>
                <a:latin typeface="Times New Roman" panose="02020603050405020304" pitchFamily="18" charset="0"/>
                <a:cs typeface="Times New Roman" panose="02020603050405020304" pitchFamily="18" charset="0"/>
              </a:rPr>
              <a:t>LITERATURE REVIEW</a:t>
            </a:r>
            <a:endParaRPr lang="en-US" sz="2800" dirty="0"/>
          </a:p>
        </p:txBody>
      </p:sp>
      <p:graphicFrame>
        <p:nvGraphicFramePr>
          <p:cNvPr id="9" name="Table 8">
            <a:extLst>
              <a:ext uri="{FF2B5EF4-FFF2-40B4-BE49-F238E27FC236}">
                <a16:creationId xmlns:a16="http://schemas.microsoft.com/office/drawing/2014/main" id="{3B048D68-7870-4B7D-755A-24AE03F1C3E2}"/>
              </a:ext>
            </a:extLst>
          </p:cNvPr>
          <p:cNvGraphicFramePr>
            <a:graphicFrameLocks noGrp="1"/>
          </p:cNvGraphicFramePr>
          <p:nvPr>
            <p:extLst>
              <p:ext uri="{D42A27DB-BD31-4B8C-83A1-F6EECF244321}">
                <p14:modId xmlns:p14="http://schemas.microsoft.com/office/powerpoint/2010/main" val="1861121283"/>
              </p:ext>
            </p:extLst>
          </p:nvPr>
        </p:nvGraphicFramePr>
        <p:xfrm>
          <a:off x="424253" y="671977"/>
          <a:ext cx="8332470" cy="4254470"/>
        </p:xfrm>
        <a:graphic>
          <a:graphicData uri="http://schemas.openxmlformats.org/drawingml/2006/table">
            <a:tbl>
              <a:tblPr>
                <a:tableStyleId>{91EBBBCC-DAD2-459C-BE2E-F6DE35CF9A28}</a:tableStyleId>
              </a:tblPr>
              <a:tblGrid>
                <a:gridCol w="1388745">
                  <a:extLst>
                    <a:ext uri="{9D8B030D-6E8A-4147-A177-3AD203B41FA5}">
                      <a16:colId xmlns:a16="http://schemas.microsoft.com/office/drawing/2014/main" val="974844011"/>
                    </a:ext>
                  </a:extLst>
                </a:gridCol>
                <a:gridCol w="1388745">
                  <a:extLst>
                    <a:ext uri="{9D8B030D-6E8A-4147-A177-3AD203B41FA5}">
                      <a16:colId xmlns:a16="http://schemas.microsoft.com/office/drawing/2014/main" val="31147339"/>
                    </a:ext>
                  </a:extLst>
                </a:gridCol>
                <a:gridCol w="1388745">
                  <a:extLst>
                    <a:ext uri="{9D8B030D-6E8A-4147-A177-3AD203B41FA5}">
                      <a16:colId xmlns:a16="http://schemas.microsoft.com/office/drawing/2014/main" val="2625085802"/>
                    </a:ext>
                  </a:extLst>
                </a:gridCol>
                <a:gridCol w="1388745">
                  <a:extLst>
                    <a:ext uri="{9D8B030D-6E8A-4147-A177-3AD203B41FA5}">
                      <a16:colId xmlns:a16="http://schemas.microsoft.com/office/drawing/2014/main" val="2172737230"/>
                    </a:ext>
                  </a:extLst>
                </a:gridCol>
                <a:gridCol w="1388745">
                  <a:extLst>
                    <a:ext uri="{9D8B030D-6E8A-4147-A177-3AD203B41FA5}">
                      <a16:colId xmlns:a16="http://schemas.microsoft.com/office/drawing/2014/main" val="3282207529"/>
                    </a:ext>
                  </a:extLst>
                </a:gridCol>
                <a:gridCol w="1388745">
                  <a:extLst>
                    <a:ext uri="{9D8B030D-6E8A-4147-A177-3AD203B41FA5}">
                      <a16:colId xmlns:a16="http://schemas.microsoft.com/office/drawing/2014/main" val="2873087705"/>
                    </a:ext>
                  </a:extLst>
                </a:gridCol>
              </a:tblGrid>
              <a:tr h="729494">
                <a:tc>
                  <a:txBody>
                    <a:bodyPr/>
                    <a:lstStyle/>
                    <a:p>
                      <a:pPr>
                        <a:buNone/>
                      </a:pPr>
                      <a:r>
                        <a:rPr lang="en-US" sz="1400" b="1" dirty="0"/>
                        <a:t>Study</a:t>
                      </a:r>
                      <a:endParaRPr lang="en-US" sz="1400" dirty="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b="1"/>
                        <a:t>Year</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b="1"/>
                        <a:t>Focus</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b="1"/>
                        <a:t>Methodology</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b="1"/>
                        <a:t>Key Contributions</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b="1"/>
                        <a:t>Relevance to Eye-Movement Controlled Cursor</a:t>
                      </a:r>
                      <a:endParaRPr lang="en-US" sz="1400">
                        <a:latin typeface="Times New Roman" panose="02020603050405020304" pitchFamily="18" charset="0"/>
                        <a:cs typeface="Times New Roman" panose="02020603050405020304" pitchFamily="18" charset="0"/>
                      </a:endParaRPr>
                    </a:p>
                  </a:txBody>
                  <a:tcPr marL="37072" marR="37072" marT="18536" marB="18536" anchor="ctr"/>
                </a:tc>
                <a:extLst>
                  <a:ext uri="{0D108BD9-81ED-4DB2-BD59-A6C34878D82A}">
                    <a16:rowId xmlns:a16="http://schemas.microsoft.com/office/drawing/2014/main" val="4121832889"/>
                  </a:ext>
                </a:extLst>
              </a:tr>
              <a:tr h="1057766">
                <a:tc>
                  <a:txBody>
                    <a:bodyPr/>
                    <a:lstStyle/>
                    <a:p>
                      <a:pPr>
                        <a:buNone/>
                      </a:pPr>
                      <a:r>
                        <a:rPr lang="en-US" sz="1400" b="1"/>
                        <a:t>Hand Gesture Recognition Based Virtual Mouse Events (Ranawat et al.)</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dirty="0"/>
                        <a:t>2021</a:t>
                      </a:r>
                      <a:endParaRPr lang="en-US" sz="1400" dirty="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a:t>Vision-based mouse using hand gestures</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a:t>OpenCV + PyAutoGUI for hand tracking and gesture mapping</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a:t>Eliminates external hardware; tested under lighting and skin variations</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a:t>Demonstrates feasibility of low-cost vision-based HCI systems</a:t>
                      </a:r>
                      <a:endParaRPr lang="en-US" sz="1400">
                        <a:latin typeface="Times New Roman" panose="02020603050405020304" pitchFamily="18" charset="0"/>
                        <a:cs typeface="Times New Roman" panose="02020603050405020304" pitchFamily="18" charset="0"/>
                      </a:endParaRPr>
                    </a:p>
                  </a:txBody>
                  <a:tcPr marL="37072" marR="37072" marT="18536" marB="18536" anchor="ctr"/>
                </a:tc>
                <a:extLst>
                  <a:ext uri="{0D108BD9-81ED-4DB2-BD59-A6C34878D82A}">
                    <a16:rowId xmlns:a16="http://schemas.microsoft.com/office/drawing/2014/main" val="936189654"/>
                  </a:ext>
                </a:extLst>
              </a:tr>
              <a:tr h="893632">
                <a:tc>
                  <a:txBody>
                    <a:bodyPr/>
                    <a:lstStyle/>
                    <a:p>
                      <a:pPr>
                        <a:buNone/>
                      </a:pPr>
                      <a:r>
                        <a:rPr lang="en-US" sz="1400" b="1"/>
                        <a:t>Virtual Mouse Control Using Coloured Fingertips (Reddy et al.)</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dirty="0"/>
                        <a:t>2022</a:t>
                      </a:r>
                      <a:endParaRPr lang="en-US" sz="1400" dirty="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a:t>Fingertip recognition for cursor control</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a:t>Coloured caps + contour &amp; convex hull tracking</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a:t>Supports multiple mouse operations (click, scroll); real-world tests</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a:t>Shows contour-based approach but dependent on skin tone &amp; coloured caps</a:t>
                      </a:r>
                      <a:endParaRPr lang="en-US" sz="1400">
                        <a:latin typeface="Times New Roman" panose="02020603050405020304" pitchFamily="18" charset="0"/>
                        <a:cs typeface="Times New Roman" panose="02020603050405020304" pitchFamily="18" charset="0"/>
                      </a:endParaRPr>
                    </a:p>
                  </a:txBody>
                  <a:tcPr marL="37072" marR="37072" marT="18536" marB="18536" anchor="ctr"/>
                </a:tc>
                <a:extLst>
                  <a:ext uri="{0D108BD9-81ED-4DB2-BD59-A6C34878D82A}">
                    <a16:rowId xmlns:a16="http://schemas.microsoft.com/office/drawing/2014/main" val="1506928321"/>
                  </a:ext>
                </a:extLst>
              </a:tr>
              <a:tr h="1057766">
                <a:tc>
                  <a:txBody>
                    <a:bodyPr/>
                    <a:lstStyle/>
                    <a:p>
                      <a:pPr>
                        <a:buNone/>
                      </a:pPr>
                      <a:r>
                        <a:rPr lang="en-US" sz="1400" b="1"/>
                        <a:t>Mouse on a Ring (Zhao)</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dirty="0"/>
                        <a:t>2022</a:t>
                      </a:r>
                      <a:endParaRPr lang="en-US" sz="1400" dirty="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dirty="0"/>
                        <a:t>Portable IMU-based virtual mouse</a:t>
                      </a:r>
                      <a:endParaRPr lang="en-US" sz="1400" dirty="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dirty="0"/>
                        <a:t>Smart ring with IMU sensors + multi-level decision algorithm</a:t>
                      </a:r>
                      <a:endParaRPr lang="en-US" sz="1400" dirty="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a:t>High accuracy (&gt;96%), portable, no 2D surface needed</a:t>
                      </a:r>
                      <a:endParaRPr lang="en-US" sz="14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400" dirty="0"/>
                        <a:t>Highlights hardware-based alternative, emphasizes portability</a:t>
                      </a:r>
                      <a:endParaRPr lang="en-US" sz="1400" dirty="0">
                        <a:latin typeface="Times New Roman" panose="02020603050405020304" pitchFamily="18" charset="0"/>
                        <a:cs typeface="Times New Roman" panose="02020603050405020304" pitchFamily="18" charset="0"/>
                      </a:endParaRPr>
                    </a:p>
                  </a:txBody>
                  <a:tcPr marL="37072" marR="37072" marT="18536" marB="18536" anchor="ctr"/>
                </a:tc>
                <a:extLst>
                  <a:ext uri="{0D108BD9-81ED-4DB2-BD59-A6C34878D82A}">
                    <a16:rowId xmlns:a16="http://schemas.microsoft.com/office/drawing/2014/main" val="3583031732"/>
                  </a:ext>
                </a:extLst>
              </a:tr>
            </a:tbl>
          </a:graphicData>
        </a:graphic>
      </p:graphicFrame>
    </p:spTree>
    <p:extLst>
      <p:ext uri="{BB962C8B-B14F-4D97-AF65-F5344CB8AC3E}">
        <p14:creationId xmlns:p14="http://schemas.microsoft.com/office/powerpoint/2010/main" val="5099697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FBDD83-B330-0943-D99B-CCFD9B895B8F}"/>
              </a:ext>
            </a:extLst>
          </p:cNvPr>
          <p:cNvSpPr>
            <a:spLocks noGrp="1"/>
          </p:cNvSpPr>
          <p:nvPr>
            <p:ph type="sldNum" sz="quarter" idx="12"/>
          </p:nvPr>
        </p:nvSpPr>
        <p:spPr/>
        <p:txBody>
          <a:bodyPr/>
          <a:lstStyle/>
          <a:p>
            <a:fld id="{FCDD012C-301D-4786-8865-50B3DCF1E4E6}" type="slidenum">
              <a:rPr lang="en-US" smtClean="0"/>
              <a:t>7</a:t>
            </a:fld>
            <a:endParaRPr lang="en-US"/>
          </a:p>
        </p:txBody>
      </p:sp>
      <p:graphicFrame>
        <p:nvGraphicFramePr>
          <p:cNvPr id="3" name="Table 2">
            <a:extLst>
              <a:ext uri="{FF2B5EF4-FFF2-40B4-BE49-F238E27FC236}">
                <a16:creationId xmlns:a16="http://schemas.microsoft.com/office/drawing/2014/main" id="{54C802E1-7D48-8FA5-404B-F75ADE584235}"/>
              </a:ext>
            </a:extLst>
          </p:cNvPr>
          <p:cNvGraphicFramePr>
            <a:graphicFrameLocks noGrp="1"/>
          </p:cNvGraphicFramePr>
          <p:nvPr>
            <p:extLst>
              <p:ext uri="{D42A27DB-BD31-4B8C-83A1-F6EECF244321}">
                <p14:modId xmlns:p14="http://schemas.microsoft.com/office/powerpoint/2010/main" val="3022755397"/>
              </p:ext>
            </p:extLst>
          </p:nvPr>
        </p:nvGraphicFramePr>
        <p:xfrm>
          <a:off x="172122" y="258184"/>
          <a:ext cx="8788998" cy="4509078"/>
        </p:xfrm>
        <a:graphic>
          <a:graphicData uri="http://schemas.openxmlformats.org/drawingml/2006/table">
            <a:tbl>
              <a:tblPr>
                <a:tableStyleId>{5C22544A-7EE6-4342-B048-85BDC9FD1C3A}</a:tableStyleId>
              </a:tblPr>
              <a:tblGrid>
                <a:gridCol w="1464833">
                  <a:extLst>
                    <a:ext uri="{9D8B030D-6E8A-4147-A177-3AD203B41FA5}">
                      <a16:colId xmlns:a16="http://schemas.microsoft.com/office/drawing/2014/main" val="357773157"/>
                    </a:ext>
                  </a:extLst>
                </a:gridCol>
                <a:gridCol w="1464833">
                  <a:extLst>
                    <a:ext uri="{9D8B030D-6E8A-4147-A177-3AD203B41FA5}">
                      <a16:colId xmlns:a16="http://schemas.microsoft.com/office/drawing/2014/main" val="3443473964"/>
                    </a:ext>
                  </a:extLst>
                </a:gridCol>
                <a:gridCol w="1464833">
                  <a:extLst>
                    <a:ext uri="{9D8B030D-6E8A-4147-A177-3AD203B41FA5}">
                      <a16:colId xmlns:a16="http://schemas.microsoft.com/office/drawing/2014/main" val="477475682"/>
                    </a:ext>
                  </a:extLst>
                </a:gridCol>
                <a:gridCol w="1464833">
                  <a:extLst>
                    <a:ext uri="{9D8B030D-6E8A-4147-A177-3AD203B41FA5}">
                      <a16:colId xmlns:a16="http://schemas.microsoft.com/office/drawing/2014/main" val="2199983124"/>
                    </a:ext>
                  </a:extLst>
                </a:gridCol>
                <a:gridCol w="1464833">
                  <a:extLst>
                    <a:ext uri="{9D8B030D-6E8A-4147-A177-3AD203B41FA5}">
                      <a16:colId xmlns:a16="http://schemas.microsoft.com/office/drawing/2014/main" val="1972762376"/>
                    </a:ext>
                  </a:extLst>
                </a:gridCol>
                <a:gridCol w="1464833">
                  <a:extLst>
                    <a:ext uri="{9D8B030D-6E8A-4147-A177-3AD203B41FA5}">
                      <a16:colId xmlns:a16="http://schemas.microsoft.com/office/drawing/2014/main" val="34731573"/>
                    </a:ext>
                  </a:extLst>
                </a:gridCol>
              </a:tblGrid>
              <a:tr h="1503026">
                <a:tc>
                  <a:txBody>
                    <a:bodyPr/>
                    <a:lstStyle/>
                    <a:p>
                      <a:pPr>
                        <a:buNone/>
                      </a:pPr>
                      <a:r>
                        <a:rPr lang="en-US" sz="1600" b="1" dirty="0"/>
                        <a:t>Wireless Gyro-Mouse (</a:t>
                      </a:r>
                      <a:r>
                        <a:rPr lang="en-US" sz="1600" b="1" dirty="0" err="1"/>
                        <a:t>Pogoreanu</a:t>
                      </a:r>
                      <a:r>
                        <a:rPr lang="en-US" sz="1600" b="1" dirty="0"/>
                        <a:t> &amp; </a:t>
                      </a:r>
                      <a:r>
                        <a:rPr lang="en-US" sz="1600" b="1" dirty="0" err="1"/>
                        <a:t>Bozomitu</a:t>
                      </a:r>
                      <a:r>
                        <a:rPr lang="en-US" sz="1600" b="1" dirty="0"/>
                        <a:t>)</a:t>
                      </a:r>
                      <a:endParaRPr lang="en-US" sz="1600" dirty="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2022</a:t>
                      </a:r>
                      <a:endParaRPr lang="en-US" sz="16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Text input via virtual keyboard using IMU mouse</a:t>
                      </a:r>
                      <a:endParaRPr lang="en-US" sz="16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Gyroscope + accelerometer, dwell-time selection</a:t>
                      </a:r>
                      <a:endParaRPr lang="en-US" sz="16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Achieved ~4.1 WPM typing; user-friendly, easy to learn</a:t>
                      </a:r>
                      <a:endParaRPr lang="en-US" sz="16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Provides insights into IMU-based assistive text entry</a:t>
                      </a:r>
                      <a:endParaRPr lang="en-US" sz="1600">
                        <a:latin typeface="Times New Roman" panose="02020603050405020304" pitchFamily="18" charset="0"/>
                        <a:cs typeface="Times New Roman" panose="02020603050405020304" pitchFamily="18" charset="0"/>
                      </a:endParaRPr>
                    </a:p>
                  </a:txBody>
                  <a:tcPr marL="37072" marR="37072" marT="18536" marB="18536" anchor="ctr"/>
                </a:tc>
                <a:extLst>
                  <a:ext uri="{0D108BD9-81ED-4DB2-BD59-A6C34878D82A}">
                    <a16:rowId xmlns:a16="http://schemas.microsoft.com/office/drawing/2014/main" val="4020567378"/>
                  </a:ext>
                </a:extLst>
              </a:tr>
              <a:tr h="1503026">
                <a:tc>
                  <a:txBody>
                    <a:bodyPr/>
                    <a:lstStyle/>
                    <a:p>
                      <a:pPr>
                        <a:buNone/>
                      </a:pPr>
                      <a:r>
                        <a:rPr lang="en-US" sz="1600" b="1" dirty="0"/>
                        <a:t>Gesture Recognition Virtual Mouse &amp; Keyboard (Unspecified)</a:t>
                      </a:r>
                      <a:endParaRPr lang="en-US" sz="1600" dirty="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dirty="0"/>
                        <a:t>~2020s</a:t>
                      </a:r>
                      <a:endParaRPr lang="en-US" sz="1600" dirty="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Combined virtual mouse &amp; keyboard using vision</a:t>
                      </a:r>
                      <a:endParaRPr lang="en-US" sz="16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Hand gestures mapped to cursor and keyboard inputs</a:t>
                      </a:r>
                      <a:endParaRPr lang="en-US" sz="16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Extends gesture recognition to both mouse &amp; keyboard</a:t>
                      </a:r>
                      <a:endParaRPr lang="en-US" sz="16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Illustrates broad potential of vision-based HCI</a:t>
                      </a:r>
                      <a:endParaRPr lang="en-US" sz="1600">
                        <a:latin typeface="Times New Roman" panose="02020603050405020304" pitchFamily="18" charset="0"/>
                        <a:cs typeface="Times New Roman" panose="02020603050405020304" pitchFamily="18" charset="0"/>
                      </a:endParaRPr>
                    </a:p>
                  </a:txBody>
                  <a:tcPr marL="37072" marR="37072" marT="18536" marB="18536" anchor="ctr"/>
                </a:tc>
                <a:extLst>
                  <a:ext uri="{0D108BD9-81ED-4DB2-BD59-A6C34878D82A}">
                    <a16:rowId xmlns:a16="http://schemas.microsoft.com/office/drawing/2014/main" val="2948995546"/>
                  </a:ext>
                </a:extLst>
              </a:tr>
              <a:tr h="1503026">
                <a:tc>
                  <a:txBody>
                    <a:bodyPr/>
                    <a:lstStyle/>
                    <a:p>
                      <a:pPr>
                        <a:buNone/>
                      </a:pPr>
                      <a:r>
                        <a:rPr lang="en-US" sz="1600" b="1" dirty="0"/>
                        <a:t>Real-time Eye Gaze Classification (George &amp; </a:t>
                      </a:r>
                      <a:r>
                        <a:rPr lang="en-US" sz="1600" b="1" dirty="0" err="1"/>
                        <a:t>Routray</a:t>
                      </a:r>
                      <a:r>
                        <a:rPr lang="en-US" sz="1600" b="1" dirty="0"/>
                        <a:t>)</a:t>
                      </a:r>
                      <a:endParaRPr lang="en-US" sz="1600" dirty="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2016</a:t>
                      </a:r>
                      <a:endParaRPr lang="en-US" sz="16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Eye gaze direction for HCI</a:t>
                      </a:r>
                      <a:endParaRPr lang="en-US" sz="16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CNN-based eye gaze classification + facial landmarks</a:t>
                      </a:r>
                      <a:endParaRPr lang="en-US" sz="16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a:t>Real-time, useful for attention tracking &amp; cognitive cues</a:t>
                      </a:r>
                      <a:endParaRPr lang="en-US" sz="1600">
                        <a:latin typeface="Times New Roman" panose="02020603050405020304" pitchFamily="18" charset="0"/>
                        <a:cs typeface="Times New Roman" panose="02020603050405020304" pitchFamily="18" charset="0"/>
                      </a:endParaRPr>
                    </a:p>
                  </a:txBody>
                  <a:tcPr marL="37072" marR="37072" marT="18536" marB="18536" anchor="ctr"/>
                </a:tc>
                <a:tc>
                  <a:txBody>
                    <a:bodyPr/>
                    <a:lstStyle/>
                    <a:p>
                      <a:pPr>
                        <a:buNone/>
                      </a:pPr>
                      <a:r>
                        <a:rPr lang="en-US" sz="1600" dirty="0"/>
                        <a:t>Directly relevant: gaze + CNN supports eye-controlled cursor systems</a:t>
                      </a:r>
                      <a:endParaRPr lang="en-US" sz="1600" dirty="0">
                        <a:latin typeface="Times New Roman" panose="02020603050405020304" pitchFamily="18" charset="0"/>
                        <a:cs typeface="Times New Roman" panose="02020603050405020304" pitchFamily="18" charset="0"/>
                      </a:endParaRPr>
                    </a:p>
                  </a:txBody>
                  <a:tcPr marL="37072" marR="37072" marT="18536" marB="18536" anchor="ctr"/>
                </a:tc>
                <a:extLst>
                  <a:ext uri="{0D108BD9-81ED-4DB2-BD59-A6C34878D82A}">
                    <a16:rowId xmlns:a16="http://schemas.microsoft.com/office/drawing/2014/main" val="108761311"/>
                  </a:ext>
                </a:extLst>
              </a:tr>
            </a:tbl>
          </a:graphicData>
        </a:graphic>
      </p:graphicFrame>
    </p:spTree>
    <p:extLst>
      <p:ext uri="{BB962C8B-B14F-4D97-AF65-F5344CB8AC3E}">
        <p14:creationId xmlns:p14="http://schemas.microsoft.com/office/powerpoint/2010/main" val="1726741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2">
          <a:extLst>
            <a:ext uri="{FF2B5EF4-FFF2-40B4-BE49-F238E27FC236}">
              <a16:creationId xmlns:a16="http://schemas.microsoft.com/office/drawing/2014/main" id="{3C15BD7D-444F-5AE3-5A08-F203D33FB6F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39F03D0-F886-3B7D-F3E3-8A98BA75ECF6}"/>
              </a:ext>
            </a:extLst>
          </p:cNvPr>
          <p:cNvSpPr>
            <a:spLocks noGrp="1"/>
          </p:cNvSpPr>
          <p:nvPr>
            <p:ph type="title"/>
          </p:nvPr>
        </p:nvSpPr>
        <p:spPr>
          <a:xfrm>
            <a:off x="720000" y="473575"/>
            <a:ext cx="7704000" cy="572700"/>
          </a:xfrm>
        </p:spPr>
        <p:txBody>
          <a:bodyPr/>
          <a:lstStyle/>
          <a:p>
            <a:r>
              <a:rPr lang="en-US" sz="2800" dirty="0">
                <a:solidFill>
                  <a:srgbClr val="FF0000"/>
                </a:solidFill>
                <a:latin typeface="Times New Roman" panose="02020603050405020304" pitchFamily="18" charset="0"/>
                <a:cs typeface="Times New Roman" panose="02020603050405020304" pitchFamily="18" charset="0"/>
              </a:rPr>
              <a:t>EXISTING  SYSTEM </a:t>
            </a:r>
          </a:p>
        </p:txBody>
      </p:sp>
      <p:sp>
        <p:nvSpPr>
          <p:cNvPr id="11" name="Subtitle 10">
            <a:extLst>
              <a:ext uri="{FF2B5EF4-FFF2-40B4-BE49-F238E27FC236}">
                <a16:creationId xmlns:a16="http://schemas.microsoft.com/office/drawing/2014/main" id="{45B83788-0D94-3274-D0FD-7303E4EC9EE3}"/>
              </a:ext>
            </a:extLst>
          </p:cNvPr>
          <p:cNvSpPr>
            <a:spLocks noGrp="1"/>
          </p:cNvSpPr>
          <p:nvPr>
            <p:ph type="subTitle" idx="1"/>
          </p:nvPr>
        </p:nvSpPr>
        <p:spPr/>
        <p:txBody>
          <a:bodyPr/>
          <a:lstStyle/>
          <a:p>
            <a:r>
              <a:rPr lang="en-US" dirty="0"/>
              <a:t>       </a:t>
            </a:r>
          </a:p>
        </p:txBody>
      </p:sp>
      <p:sp>
        <p:nvSpPr>
          <p:cNvPr id="24" name="TextBox 23">
            <a:extLst>
              <a:ext uri="{FF2B5EF4-FFF2-40B4-BE49-F238E27FC236}">
                <a16:creationId xmlns:a16="http://schemas.microsoft.com/office/drawing/2014/main" id="{3324268B-5C6B-FD73-DBFC-CE9BA648BB2F}"/>
              </a:ext>
            </a:extLst>
          </p:cNvPr>
          <p:cNvSpPr txBox="1"/>
          <p:nvPr/>
        </p:nvSpPr>
        <p:spPr>
          <a:xfrm>
            <a:off x="518815" y="1046275"/>
            <a:ext cx="8156510" cy="3693319"/>
          </a:xfrm>
          <a:prstGeom prst="rect">
            <a:avLst/>
          </a:prstGeom>
          <a:noFill/>
        </p:spPr>
        <p:txBody>
          <a:bodyPr wrap="square">
            <a:spAutoFit/>
          </a:bodyPr>
          <a:lstStyle/>
          <a:p>
            <a:pPr marL="285750" indent="-285750" algn="just">
              <a:buClr>
                <a:schemeClr val="tx1"/>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Traditional human-computer interaction methods, such as keyboards and mice, present accessibility challenges for individuals with motor impairments. This project introduces an innovative, hands-free cursor control system using eyeball movement detection, leveraging Raspberry Pi, OpenCV, and </a:t>
            </a:r>
            <a:r>
              <a:rPr lang="en-US" dirty="0" err="1">
                <a:latin typeface="Times New Roman" panose="02020603050405020304" pitchFamily="18" charset="0"/>
                <a:cs typeface="Times New Roman" panose="02020603050405020304" pitchFamily="18" charset="0"/>
              </a:rPr>
              <a:t>dlib's</a:t>
            </a:r>
            <a:r>
              <a:rPr lang="en-US" dirty="0">
                <a:latin typeface="Times New Roman" panose="02020603050405020304" pitchFamily="18" charset="0"/>
                <a:cs typeface="Times New Roman" panose="02020603050405020304" pitchFamily="18" charset="0"/>
              </a:rPr>
              <a:t> facial landmark detection. The proposed system tracks eye movements in real time and translates them into cursor movements, enabling seamless control of a computer without physical input devices</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buClr>
                <a:schemeClr val="tx1"/>
              </a:buClr>
              <a:buFont typeface="Arial" panose="020B0604020202020204" pitchFamily="34" charset="0"/>
              <a:buChar char="•"/>
            </a:pPr>
            <a:r>
              <a:rPr lang="en-US" dirty="0">
                <a:latin typeface="Times New Roman" panose="02020603050405020304" pitchFamily="18" charset="0"/>
                <a:ea typeface="Calibri" panose="020F0502020204030204" pitchFamily="34" charset="0"/>
                <a:cs typeface="Times New Roman" panose="02020603050405020304" pitchFamily="18" charset="0"/>
              </a:rPr>
              <a:t>Current input systems largely depend on physical interfaces such as a mouse, keyboard, or touchpad. Assistive technologies such as head trackers or eye-tracking hardware exist, but they are often expensive, require specialized equipment, and lack open-source adaptability. </a:t>
            </a:r>
          </a:p>
          <a:p>
            <a:pPr marL="285750" indent="-285750" algn="just">
              <a:buClr>
                <a:schemeClr val="tx1"/>
              </a:buClr>
              <a:buFont typeface="Arial" panose="020B0604020202020204" pitchFamily="34" charset="0"/>
              <a:buChar char="•"/>
            </a:pPr>
            <a:r>
              <a:rPr lang="en-US" dirty="0">
                <a:latin typeface="Times New Roman" panose="02020603050405020304" pitchFamily="18" charset="0"/>
                <a:ea typeface="Calibri" panose="020F0502020204030204" pitchFamily="34" charset="0"/>
                <a:cs typeface="Times New Roman" panose="02020603050405020304" pitchFamily="18" charset="0"/>
              </a:rPr>
              <a:t>Most conventional systems do not leverage computer vision for accessible input in an affordable way</a:t>
            </a:r>
            <a:endParaRPr lang="en-US" dirty="0">
              <a:solidFill>
                <a:schemeClr val="tx1"/>
              </a:solidFill>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7DA6F12D-CFEC-709F-9B38-6700D91BCB48}"/>
              </a:ext>
            </a:extLst>
          </p:cNvPr>
          <p:cNvPicPr>
            <a:picLocks noChangeAspect="1"/>
          </p:cNvPicPr>
          <p:nvPr/>
        </p:nvPicPr>
        <p:blipFill>
          <a:blip r:embed="rId3"/>
          <a:stretch>
            <a:fillRect/>
          </a:stretch>
        </p:blipFill>
        <p:spPr>
          <a:xfrm>
            <a:off x="518815" y="667076"/>
            <a:ext cx="201185" cy="341406"/>
          </a:xfrm>
          <a:prstGeom prst="rect">
            <a:avLst/>
          </a:prstGeom>
        </p:spPr>
      </p:pic>
    </p:spTree>
    <p:extLst>
      <p:ext uri="{BB962C8B-B14F-4D97-AF65-F5344CB8AC3E}">
        <p14:creationId xmlns:p14="http://schemas.microsoft.com/office/powerpoint/2010/main" val="1230347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5" name="Title 4">
            <a:extLst>
              <a:ext uri="{FF2B5EF4-FFF2-40B4-BE49-F238E27FC236}">
                <a16:creationId xmlns:a16="http://schemas.microsoft.com/office/drawing/2014/main" id="{12A3FEB9-CAD9-7F68-E36E-AAE7533DD24D}"/>
              </a:ext>
            </a:extLst>
          </p:cNvPr>
          <p:cNvSpPr>
            <a:spLocks noGrp="1"/>
          </p:cNvSpPr>
          <p:nvPr>
            <p:ph type="title"/>
          </p:nvPr>
        </p:nvSpPr>
        <p:spPr>
          <a:xfrm>
            <a:off x="720000" y="473575"/>
            <a:ext cx="7704000" cy="572700"/>
          </a:xfrm>
        </p:spPr>
        <p:txBody>
          <a:bodyPr/>
          <a:lstStyle/>
          <a:p>
            <a:r>
              <a:rPr lang="en-US" sz="2800" dirty="0">
                <a:solidFill>
                  <a:srgbClr val="FF0000"/>
                </a:solidFill>
                <a:latin typeface="Times New Roman" panose="02020603050405020304" pitchFamily="18" charset="0"/>
                <a:cs typeface="Times New Roman" panose="02020603050405020304" pitchFamily="18" charset="0"/>
              </a:rPr>
              <a:t> PROPOSED METHODOLOGY </a:t>
            </a:r>
          </a:p>
        </p:txBody>
      </p:sp>
      <p:sp>
        <p:nvSpPr>
          <p:cNvPr id="11" name="Subtitle 10">
            <a:extLst>
              <a:ext uri="{FF2B5EF4-FFF2-40B4-BE49-F238E27FC236}">
                <a16:creationId xmlns:a16="http://schemas.microsoft.com/office/drawing/2014/main" id="{C9548621-FA6D-99D1-2A6C-61832457D6BB}"/>
              </a:ext>
            </a:extLst>
          </p:cNvPr>
          <p:cNvSpPr>
            <a:spLocks noGrp="1"/>
          </p:cNvSpPr>
          <p:nvPr>
            <p:ph type="subTitle" idx="1"/>
          </p:nvPr>
        </p:nvSpPr>
        <p:spPr/>
        <p:txBody>
          <a:bodyPr/>
          <a:lstStyle/>
          <a:p>
            <a:r>
              <a:rPr lang="en-US" dirty="0"/>
              <a:t>       </a:t>
            </a:r>
          </a:p>
        </p:txBody>
      </p:sp>
      <p:sp>
        <p:nvSpPr>
          <p:cNvPr id="24" name="TextBox 23">
            <a:extLst>
              <a:ext uri="{FF2B5EF4-FFF2-40B4-BE49-F238E27FC236}">
                <a16:creationId xmlns:a16="http://schemas.microsoft.com/office/drawing/2014/main" id="{9A421E40-B585-321F-7447-4A74C193D639}"/>
              </a:ext>
            </a:extLst>
          </p:cNvPr>
          <p:cNvSpPr txBox="1"/>
          <p:nvPr/>
        </p:nvSpPr>
        <p:spPr>
          <a:xfrm>
            <a:off x="518815" y="1239776"/>
            <a:ext cx="8156510" cy="2308324"/>
          </a:xfrm>
          <a:prstGeom prst="rect">
            <a:avLst/>
          </a:prstGeom>
          <a:noFill/>
        </p:spPr>
        <p:txBody>
          <a:bodyPr wrap="square">
            <a:spAutoFit/>
          </a:bodyPr>
          <a:lstStyle/>
          <a:p>
            <a:pPr marL="285750" indent="-285750" algn="just">
              <a:buClr>
                <a:schemeClr val="tx1"/>
              </a:buClr>
              <a:buFont typeface="Arial" panose="020B0604020202020204" pitchFamily="34" charset="0"/>
              <a:buChar char="•"/>
            </a:pPr>
            <a:r>
              <a:rPr lang="en-US" dirty="0">
                <a:latin typeface="Times New Roman" panose="02020603050405020304" pitchFamily="18" charset="0"/>
                <a:ea typeface="Calibri" panose="020F0502020204030204" pitchFamily="34" charset="0"/>
                <a:cs typeface="Times New Roman" panose="02020603050405020304" pitchFamily="18" charset="0"/>
              </a:rPr>
              <a:t>This project proposes a low-cost, camera-based solution using OpenCV for real-time eye detection and tracking. The key steps include: </a:t>
            </a:r>
          </a:p>
          <a:p>
            <a:pPr algn="just">
              <a:buClr>
                <a:schemeClr val="tx1"/>
              </a:buClr>
            </a:pPr>
            <a:r>
              <a:rPr lang="en-US" dirty="0">
                <a:latin typeface="Times New Roman" panose="02020603050405020304" pitchFamily="18" charset="0"/>
                <a:ea typeface="Calibri" panose="020F0502020204030204" pitchFamily="34" charset="0"/>
                <a:cs typeface="Times New Roman" panose="02020603050405020304" pitchFamily="18" charset="0"/>
              </a:rPr>
              <a:t>         1. Capturing real-time video through a webcam. </a:t>
            </a:r>
          </a:p>
          <a:p>
            <a:pPr algn="just">
              <a:buClr>
                <a:schemeClr val="tx1"/>
              </a:buClr>
            </a:pPr>
            <a:r>
              <a:rPr lang="en-US" dirty="0">
                <a:latin typeface="Times New Roman" panose="02020603050405020304" pitchFamily="18" charset="0"/>
                <a:ea typeface="Calibri" panose="020F0502020204030204" pitchFamily="34" charset="0"/>
                <a:cs typeface="Times New Roman" panose="02020603050405020304" pitchFamily="18" charset="0"/>
              </a:rPr>
              <a:t>         2. Detecting facial and eye landmarks using computer vision techniques. </a:t>
            </a:r>
          </a:p>
          <a:p>
            <a:pPr algn="just">
              <a:buClr>
                <a:schemeClr val="tx1"/>
              </a:buClr>
            </a:pPr>
            <a:r>
              <a:rPr lang="en-US" dirty="0">
                <a:latin typeface="Times New Roman" panose="02020603050405020304" pitchFamily="18" charset="0"/>
                <a:ea typeface="Calibri" panose="020F0502020204030204" pitchFamily="34" charset="0"/>
                <a:cs typeface="Times New Roman" panose="02020603050405020304" pitchFamily="18" charset="0"/>
              </a:rPr>
              <a:t>         3. Mapping eye movements to cursor actions on the screen. </a:t>
            </a:r>
          </a:p>
          <a:p>
            <a:pPr algn="just">
              <a:buClr>
                <a:schemeClr val="tx1"/>
              </a:buClr>
            </a:pPr>
            <a:r>
              <a:rPr lang="en-US" dirty="0">
                <a:latin typeface="Times New Roman" panose="02020603050405020304" pitchFamily="18" charset="0"/>
                <a:ea typeface="Calibri" panose="020F0502020204030204" pitchFamily="34" charset="0"/>
                <a:cs typeface="Times New Roman" panose="02020603050405020304" pitchFamily="18" charset="0"/>
              </a:rPr>
              <a:t>         4. Implementing blink detection as a click event (left/right click).</a:t>
            </a:r>
          </a:p>
          <a:p>
            <a:pPr marL="285750" indent="-285750" algn="just">
              <a:buClr>
                <a:schemeClr val="tx1"/>
              </a:buClr>
              <a:buFont typeface="Arial" panose="020B0604020202020204" pitchFamily="34" charset="0"/>
              <a:buChar char="•"/>
            </a:pPr>
            <a:r>
              <a:rPr lang="en-US" dirty="0">
                <a:latin typeface="Times New Roman" panose="02020603050405020304" pitchFamily="18" charset="0"/>
                <a:ea typeface="Calibri" panose="020F0502020204030204" pitchFamily="34" charset="0"/>
                <a:cs typeface="Times New Roman" panose="02020603050405020304" pitchFamily="18" charset="0"/>
              </a:rPr>
              <a:t>The system is fully software-driven, leveraging Python and OpenCV to deliver a functional, accessible, and responsive hands-free mouse interface</a:t>
            </a:r>
            <a:endParaRPr lang="en-US" dirty="0">
              <a:solidFill>
                <a:schemeClr val="tx1"/>
              </a:solidFill>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65543A61-ECDC-CBF4-AB16-850D5A765060}"/>
              </a:ext>
            </a:extLst>
          </p:cNvPr>
          <p:cNvPicPr>
            <a:picLocks noChangeAspect="1"/>
          </p:cNvPicPr>
          <p:nvPr/>
        </p:nvPicPr>
        <p:blipFill>
          <a:blip r:embed="rId3"/>
          <a:stretch>
            <a:fillRect/>
          </a:stretch>
        </p:blipFill>
        <p:spPr>
          <a:xfrm>
            <a:off x="518815" y="667076"/>
            <a:ext cx="201185" cy="34140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84" name="Google Shape;419;p40">
            <a:extLst>
              <a:ext uri="{FF2B5EF4-FFF2-40B4-BE49-F238E27FC236}">
                <a16:creationId xmlns:a16="http://schemas.microsoft.com/office/drawing/2014/main" id="{508698F1-3FFB-EA07-D957-121C193A185A}"/>
              </a:ext>
            </a:extLst>
          </p:cNvPr>
          <p:cNvSpPr txBox="1">
            <a:spLocks noGrp="1"/>
          </p:cNvSpPr>
          <p:nvPr>
            <p:ph type="title"/>
          </p:nvPr>
        </p:nvSpPr>
        <p:spPr>
          <a:xfrm>
            <a:off x="183130" y="460564"/>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dirty="0">
                <a:solidFill>
                  <a:srgbClr val="FF0000"/>
                </a:solidFill>
                <a:latin typeface="Times New Roman" panose="02020603050405020304" pitchFamily="18" charset="0"/>
                <a:cs typeface="Times New Roman" panose="02020603050405020304" pitchFamily="18" charset="0"/>
              </a:rPr>
              <a:t>SYSTEM REQUIREMENTS</a:t>
            </a:r>
          </a:p>
        </p:txBody>
      </p:sp>
      <p:cxnSp>
        <p:nvCxnSpPr>
          <p:cNvPr id="401" name="Google Shape;401;p38"/>
          <p:cNvCxnSpPr/>
          <p:nvPr/>
        </p:nvCxnSpPr>
        <p:spPr>
          <a:xfrm>
            <a:off x="4138000" y="1375345"/>
            <a:ext cx="0" cy="3042600"/>
          </a:xfrm>
          <a:prstGeom prst="straightConnector1">
            <a:avLst/>
          </a:prstGeom>
          <a:noFill/>
          <a:ln w="19050" cap="flat" cmpd="sng">
            <a:solidFill>
              <a:schemeClr val="dk2"/>
            </a:solidFill>
            <a:prstDash val="lgDash"/>
            <a:round/>
            <a:headEnd type="none" w="med" len="med"/>
            <a:tailEnd type="none" w="med" len="med"/>
          </a:ln>
        </p:spPr>
      </p:cxnSp>
      <p:sp>
        <p:nvSpPr>
          <p:cNvPr id="386" name="TextBox 385">
            <a:extLst>
              <a:ext uri="{FF2B5EF4-FFF2-40B4-BE49-F238E27FC236}">
                <a16:creationId xmlns:a16="http://schemas.microsoft.com/office/drawing/2014/main" id="{26E37BE5-A50E-CB98-A1BF-6D0B465EFD43}"/>
              </a:ext>
            </a:extLst>
          </p:cNvPr>
          <p:cNvSpPr txBox="1"/>
          <p:nvPr/>
        </p:nvSpPr>
        <p:spPr>
          <a:xfrm>
            <a:off x="461356" y="1631850"/>
            <a:ext cx="3539215" cy="400110"/>
          </a:xfrm>
          <a:prstGeom prst="rect">
            <a:avLst/>
          </a:prstGeom>
          <a:noFill/>
        </p:spPr>
        <p:txBody>
          <a:bodyPr wrap="square">
            <a:spAutoFit/>
          </a:bodyPr>
          <a:lstStyle/>
          <a:p>
            <a:r>
              <a:rPr lang="en-US" sz="2000" b="1" dirty="0">
                <a:solidFill>
                  <a:schemeClr val="tx1"/>
                </a:solidFill>
                <a:latin typeface="Times New Roman" panose="02020603050405020304" pitchFamily="18" charset="0"/>
                <a:ea typeface="ADLaM Display" panose="02010000000000000000" pitchFamily="2" charset="0"/>
                <a:cs typeface="Times New Roman" panose="02020603050405020304" pitchFamily="18" charset="0"/>
              </a:rPr>
              <a:t>Hardware  Specification</a:t>
            </a:r>
          </a:p>
        </p:txBody>
      </p:sp>
      <p:sp>
        <p:nvSpPr>
          <p:cNvPr id="388" name="TextBox 387">
            <a:extLst>
              <a:ext uri="{FF2B5EF4-FFF2-40B4-BE49-F238E27FC236}">
                <a16:creationId xmlns:a16="http://schemas.microsoft.com/office/drawing/2014/main" id="{985265F8-BE2F-75BA-E573-B4F82A995511}"/>
              </a:ext>
            </a:extLst>
          </p:cNvPr>
          <p:cNvSpPr txBox="1"/>
          <p:nvPr/>
        </p:nvSpPr>
        <p:spPr>
          <a:xfrm>
            <a:off x="183131" y="2141519"/>
            <a:ext cx="3817446" cy="1077218"/>
          </a:xfrm>
          <a:prstGeom prst="rect">
            <a:avLst/>
          </a:prstGeom>
          <a:noFill/>
        </p:spPr>
        <p:txBody>
          <a:bodyPr wrap="square">
            <a:spAutoFit/>
          </a:bodyPr>
          <a:lstStyle/>
          <a:p>
            <a:pPr marL="342900" indent="-342900">
              <a:buClr>
                <a:schemeClr val="tx1"/>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Webcam (720p or higher preferred) - Minimum 4 GB RAM - High-definition</a:t>
            </a:r>
          </a:p>
          <a:p>
            <a:pPr marL="342900" indent="-342900">
              <a:buClr>
                <a:schemeClr val="tx1"/>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display monitor - Medium-performance CPU (i3 or above)</a:t>
            </a: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390" name="TextBox 389">
            <a:extLst>
              <a:ext uri="{FF2B5EF4-FFF2-40B4-BE49-F238E27FC236}">
                <a16:creationId xmlns:a16="http://schemas.microsoft.com/office/drawing/2014/main" id="{98EB6C57-501D-7A94-1736-359E6727B582}"/>
              </a:ext>
            </a:extLst>
          </p:cNvPr>
          <p:cNvSpPr txBox="1"/>
          <p:nvPr/>
        </p:nvSpPr>
        <p:spPr>
          <a:xfrm>
            <a:off x="4580425" y="1631850"/>
            <a:ext cx="3306705" cy="400110"/>
          </a:xfrm>
          <a:prstGeom prst="rect">
            <a:avLst/>
          </a:prstGeom>
          <a:noFill/>
        </p:spPr>
        <p:txBody>
          <a:bodyPr wrap="square">
            <a:spAutoFit/>
          </a:bodyPr>
          <a:lstStyle/>
          <a:p>
            <a:r>
              <a:rPr lang="en-US" sz="2000" b="1" dirty="0">
                <a:solidFill>
                  <a:schemeClr val="tx1"/>
                </a:solidFill>
                <a:latin typeface="Times New Roman" panose="02020603050405020304" pitchFamily="18" charset="0"/>
                <a:ea typeface="ADLaM Display" panose="02010000000000000000" pitchFamily="2" charset="0"/>
                <a:cs typeface="Times New Roman" panose="02020603050405020304" pitchFamily="18" charset="0"/>
              </a:rPr>
              <a:t>Software Specification</a:t>
            </a:r>
          </a:p>
        </p:txBody>
      </p:sp>
      <p:sp>
        <p:nvSpPr>
          <p:cNvPr id="392" name="TextBox 391">
            <a:extLst>
              <a:ext uri="{FF2B5EF4-FFF2-40B4-BE49-F238E27FC236}">
                <a16:creationId xmlns:a16="http://schemas.microsoft.com/office/drawing/2014/main" id="{DEE9107A-A953-5133-5F24-1D6AEA3EC80E}"/>
              </a:ext>
            </a:extLst>
          </p:cNvPr>
          <p:cNvSpPr txBox="1"/>
          <p:nvPr/>
        </p:nvSpPr>
        <p:spPr>
          <a:xfrm>
            <a:off x="4197819" y="2180778"/>
            <a:ext cx="4424389" cy="1815882"/>
          </a:xfrm>
          <a:prstGeom prst="rect">
            <a:avLst/>
          </a:prstGeom>
          <a:noFill/>
        </p:spPr>
        <p:txBody>
          <a:bodyPr wrap="square">
            <a:spAutoFit/>
          </a:bodyPr>
          <a:lstStyle/>
          <a:p>
            <a:pPr marL="342900" indent="-342900">
              <a:buClr>
                <a:schemeClr val="tx1"/>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Python 3.x - OpenCV (for image and video </a:t>
            </a:r>
            <a:r>
              <a:rPr lang="en-US" sz="1600" dirty="0" err="1">
                <a:latin typeface="Times New Roman" panose="02020603050405020304" pitchFamily="18" charset="0"/>
                <a:cs typeface="Times New Roman" panose="02020603050405020304" pitchFamily="18" charset="0"/>
              </a:rPr>
              <a:t>procesing</a:t>
            </a:r>
            <a:r>
              <a:rPr lang="en-US" sz="1600" dirty="0">
                <a:latin typeface="Times New Roman" panose="02020603050405020304" pitchFamily="18" charset="0"/>
                <a:cs typeface="Times New Roman" panose="02020603050405020304" pitchFamily="18" charset="0"/>
              </a:rPr>
              <a:t>) </a:t>
            </a:r>
          </a:p>
          <a:p>
            <a:pPr marL="342900" indent="-342900">
              <a:buClr>
                <a:schemeClr val="tx1"/>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dlib</a:t>
            </a:r>
            <a:r>
              <a:rPr lang="en-US" sz="1600" dirty="0">
                <a:latin typeface="Times New Roman" panose="02020603050405020304" pitchFamily="18" charset="0"/>
                <a:cs typeface="Times New Roman" panose="02020603050405020304" pitchFamily="18" charset="0"/>
              </a:rPr>
              <a:t> or </a:t>
            </a:r>
            <a:r>
              <a:rPr lang="en-US" sz="1600" dirty="0" err="1">
                <a:latin typeface="Times New Roman" panose="02020603050405020304" pitchFamily="18" charset="0"/>
                <a:cs typeface="Times New Roman" panose="02020603050405020304" pitchFamily="18" charset="0"/>
              </a:rPr>
              <a:t>Mediapipe</a:t>
            </a:r>
            <a:r>
              <a:rPr lang="en-US" sz="1600" dirty="0">
                <a:latin typeface="Times New Roman" panose="02020603050405020304" pitchFamily="18" charset="0"/>
                <a:cs typeface="Times New Roman" panose="02020603050405020304" pitchFamily="18" charset="0"/>
              </a:rPr>
              <a:t> (for facial landmark detection) </a:t>
            </a:r>
          </a:p>
          <a:p>
            <a:pPr marL="342900" indent="-342900">
              <a:buClr>
                <a:schemeClr val="tx1"/>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NumPy - </a:t>
            </a:r>
            <a:r>
              <a:rPr lang="en-US" sz="1600" dirty="0" err="1">
                <a:latin typeface="Times New Roman" panose="02020603050405020304" pitchFamily="18" charset="0"/>
                <a:cs typeface="Times New Roman" panose="02020603050405020304" pitchFamily="18" charset="0"/>
              </a:rPr>
              <a:t>PyAutoGUI</a:t>
            </a:r>
            <a:r>
              <a:rPr lang="en-US" sz="1600" dirty="0">
                <a:latin typeface="Times New Roman" panose="02020603050405020304" pitchFamily="18" charset="0"/>
                <a:cs typeface="Times New Roman" panose="02020603050405020304" pitchFamily="18" charset="0"/>
              </a:rPr>
              <a:t> (for simulating mouse movements and clicks) </a:t>
            </a:r>
          </a:p>
          <a:p>
            <a:pPr marL="342900" indent="-342900">
              <a:buClr>
                <a:schemeClr val="tx1"/>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Tkinter</a:t>
            </a:r>
            <a:r>
              <a:rPr lang="en-US" sz="1600" dirty="0">
                <a:latin typeface="Times New Roman" panose="02020603050405020304" pitchFamily="18" charset="0"/>
                <a:cs typeface="Times New Roman" panose="02020603050405020304" pitchFamily="18" charset="0"/>
              </a:rPr>
              <a:t> or </a:t>
            </a:r>
            <a:r>
              <a:rPr lang="en-US" sz="1600" dirty="0" err="1">
                <a:latin typeface="Times New Roman" panose="02020603050405020304" pitchFamily="18" charset="0"/>
                <a:cs typeface="Times New Roman" panose="02020603050405020304" pitchFamily="18" charset="0"/>
              </a:rPr>
              <a:t>PyQt</a:t>
            </a:r>
            <a:r>
              <a:rPr lang="en-US" sz="1600" dirty="0">
                <a:latin typeface="Times New Roman" panose="02020603050405020304" pitchFamily="18" charset="0"/>
                <a:cs typeface="Times New Roman" panose="02020603050405020304" pitchFamily="18" charset="0"/>
              </a:rPr>
              <a:t> (for optional GUI)</a:t>
            </a:r>
            <a:endParaRPr lang="en-US" sz="1800" dirty="0">
              <a:solidFill>
                <a:schemeClr val="tx1"/>
              </a:solidFill>
              <a:latin typeface="Times New Roman" panose="02020603050405020304" pitchFamily="18" charset="0"/>
              <a:cs typeface="Times New Roman" panose="02020603050405020304" pitchFamily="18" charset="0"/>
            </a:endParaRPr>
          </a:p>
        </p:txBody>
      </p:sp>
      <p:pic>
        <p:nvPicPr>
          <p:cNvPr id="404" name="Picture 403">
            <a:extLst>
              <a:ext uri="{FF2B5EF4-FFF2-40B4-BE49-F238E27FC236}">
                <a16:creationId xmlns:a16="http://schemas.microsoft.com/office/drawing/2014/main" id="{96311939-3665-1F64-207E-51D6930AB6D1}"/>
              </a:ext>
            </a:extLst>
          </p:cNvPr>
          <p:cNvPicPr>
            <a:picLocks noChangeAspect="1"/>
          </p:cNvPicPr>
          <p:nvPr/>
        </p:nvPicPr>
        <p:blipFill>
          <a:blip r:embed="rId3"/>
          <a:stretch>
            <a:fillRect/>
          </a:stretch>
        </p:blipFill>
        <p:spPr>
          <a:xfrm>
            <a:off x="45916" y="1622692"/>
            <a:ext cx="341406" cy="341406"/>
          </a:xfrm>
          <a:prstGeom prst="rect">
            <a:avLst/>
          </a:prstGeom>
        </p:spPr>
      </p:pic>
      <p:pic>
        <p:nvPicPr>
          <p:cNvPr id="405" name="Picture 404">
            <a:extLst>
              <a:ext uri="{FF2B5EF4-FFF2-40B4-BE49-F238E27FC236}">
                <a16:creationId xmlns:a16="http://schemas.microsoft.com/office/drawing/2014/main" id="{D1BC4C36-CA63-8FDB-9B6B-59E744E8B56E}"/>
              </a:ext>
            </a:extLst>
          </p:cNvPr>
          <p:cNvPicPr>
            <a:picLocks noChangeAspect="1"/>
          </p:cNvPicPr>
          <p:nvPr/>
        </p:nvPicPr>
        <p:blipFill>
          <a:blip r:embed="rId4"/>
          <a:stretch>
            <a:fillRect/>
          </a:stretch>
        </p:blipFill>
        <p:spPr>
          <a:xfrm>
            <a:off x="4248619" y="1655018"/>
            <a:ext cx="341406" cy="34140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0215E1-76BA-F325-95EF-D688B7027DA2}"/>
              </a:ext>
            </a:extLst>
          </p:cNvPr>
          <p:cNvSpPr>
            <a:spLocks noGrp="1"/>
          </p:cNvSpPr>
          <p:nvPr>
            <p:ph type="sldNum" sz="quarter" idx="12"/>
          </p:nvPr>
        </p:nvSpPr>
        <p:spPr/>
        <p:txBody>
          <a:bodyPr/>
          <a:lstStyle/>
          <a:p>
            <a:fld id="{FCDD012C-301D-4786-8865-50B3DCF1E4E6}" type="slidenum">
              <a:rPr lang="en-US" sz="1200" smtClean="0">
                <a:latin typeface="Times New Roman" panose="02020603050405020304" pitchFamily="18" charset="0"/>
                <a:cs typeface="Times New Roman" panose="02020603050405020304" pitchFamily="18" charset="0"/>
              </a:rPr>
              <a:t>11</a:t>
            </a:fld>
            <a:endParaRPr lang="en-US" sz="120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70431953-9EE7-9A94-1C13-540CE75FD7CB}"/>
              </a:ext>
            </a:extLst>
          </p:cNvPr>
          <p:cNvSpPr txBox="1">
            <a:spLocks/>
          </p:cNvSpPr>
          <p:nvPr/>
        </p:nvSpPr>
        <p:spPr>
          <a:xfrm>
            <a:off x="457200" y="556407"/>
            <a:ext cx="8159444" cy="88176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IN" sz="2800" dirty="0">
                <a:solidFill>
                  <a:srgbClr val="FF0000"/>
                </a:solidFill>
                <a:latin typeface="Times New Roman" panose="02020603050405020304" pitchFamily="18" charset="0"/>
                <a:cs typeface="Times New Roman" panose="02020603050405020304" pitchFamily="18" charset="0"/>
              </a:rPr>
              <a:t>ARCHITECTURE</a:t>
            </a:r>
          </a:p>
        </p:txBody>
      </p:sp>
      <p:sp>
        <p:nvSpPr>
          <p:cNvPr id="4" name="Rectangle 1">
            <a:extLst>
              <a:ext uri="{FF2B5EF4-FFF2-40B4-BE49-F238E27FC236}">
                <a16:creationId xmlns:a16="http://schemas.microsoft.com/office/drawing/2014/main" id="{775D3D16-657B-9084-FA26-BC276137D4A0}"/>
              </a:ext>
            </a:extLst>
          </p:cNvPr>
          <p:cNvSpPr>
            <a:spLocks noChangeArrowheads="1"/>
          </p:cNvSpPr>
          <p:nvPr/>
        </p:nvSpPr>
        <p:spPr bwMode="auto">
          <a:xfrm>
            <a:off x="0" y="-2125890"/>
            <a:ext cx="8018542"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0" b="1" i="0" u="none" strike="noStrike" cap="none" normalizeH="0" baseline="0" dirty="0">
                <a:ln>
                  <a:noFill/>
                </a:ln>
                <a:solidFill>
                  <a:srgbClr val="212529"/>
                </a:solidFill>
                <a:effectLst/>
                <a:latin typeface="Inter"/>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074" name="Picture 2" descr="block-diagram">
            <a:extLst>
              <a:ext uri="{FF2B5EF4-FFF2-40B4-BE49-F238E27FC236}">
                <a16:creationId xmlns:a16="http://schemas.microsoft.com/office/drawing/2014/main" id="{C3D155D5-51EB-D154-4C8F-CF637D9272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2448" y="470052"/>
            <a:ext cx="5701552" cy="45710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39599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47">
          <a:extLst>
            <a:ext uri="{FF2B5EF4-FFF2-40B4-BE49-F238E27FC236}">
              <a16:creationId xmlns:a16="http://schemas.microsoft.com/office/drawing/2014/main" id="{DFC945A1-02BE-C499-EB86-ACEBF5543E2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B067EE4-F37A-B797-CADD-9C8FBBAD200C}"/>
              </a:ext>
            </a:extLst>
          </p:cNvPr>
          <p:cNvSpPr>
            <a:spLocks noGrp="1"/>
          </p:cNvSpPr>
          <p:nvPr>
            <p:ph type="title"/>
          </p:nvPr>
        </p:nvSpPr>
        <p:spPr>
          <a:xfrm>
            <a:off x="376517" y="295111"/>
            <a:ext cx="7704000" cy="572700"/>
          </a:xfrm>
        </p:spPr>
        <p:txBody>
          <a:bodyPr>
            <a:normAutofit/>
          </a:bodyPr>
          <a:lstStyle/>
          <a:p>
            <a:r>
              <a:rPr lang="en-US" sz="2800" dirty="0">
                <a:solidFill>
                  <a:srgbClr val="FF0000"/>
                </a:solidFill>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CB78F050-CBA3-ABB5-1652-E23B85A917E5}"/>
              </a:ext>
            </a:extLst>
          </p:cNvPr>
          <p:cNvSpPr txBox="1"/>
          <p:nvPr/>
        </p:nvSpPr>
        <p:spPr>
          <a:xfrm>
            <a:off x="376517" y="1017479"/>
            <a:ext cx="8390965" cy="2585323"/>
          </a:xfrm>
          <a:prstGeom prst="rect">
            <a:avLst/>
          </a:prstGeom>
          <a:noFill/>
        </p:spPr>
        <p:txBody>
          <a:bodyPr wrap="square">
            <a:spAutoFit/>
          </a:bodyPr>
          <a:lstStyle/>
          <a:p>
            <a:pPr marL="342900" indent="-342900" algn="just">
              <a:buFont typeface="+mj-lt"/>
              <a:buAutoNum type="arabicPeriod"/>
            </a:pPr>
            <a:r>
              <a:rPr lang="en-US" dirty="0"/>
              <a:t>Zhiwei Zhu and Qiang Ji, </a:t>
            </a:r>
            <a:r>
              <a:rPr lang="en-US" i="1" dirty="0"/>
              <a:t>“Eye and gaze tracking for interactive graphic display,”</a:t>
            </a:r>
            <a:r>
              <a:rPr lang="en-US" dirty="0"/>
              <a:t> </a:t>
            </a:r>
            <a:r>
              <a:rPr lang="en-US" b="1" dirty="0"/>
              <a:t>Machine Vision and Applications</a:t>
            </a:r>
            <a:r>
              <a:rPr lang="en-US" dirty="0"/>
              <a:t>, vol. 15, no. 3, pp. 139–148, 2004.</a:t>
            </a:r>
          </a:p>
          <a:p>
            <a:pPr marL="342900" indent="-342900" algn="just">
              <a:buFont typeface="+mj-lt"/>
              <a:buAutoNum type="arabicPeriod"/>
            </a:pPr>
            <a:r>
              <a:rPr lang="en-US" dirty="0"/>
              <a:t>M. Chau and M. Betke, </a:t>
            </a:r>
            <a:r>
              <a:rPr lang="en-US" i="1" dirty="0"/>
              <a:t>“Real time eye tracking and blink detection with USB cameras,”</a:t>
            </a:r>
            <a:r>
              <a:rPr lang="en-US" dirty="0"/>
              <a:t> </a:t>
            </a:r>
            <a:r>
              <a:rPr lang="en-US" b="1" dirty="0"/>
              <a:t>Boston University Computer Science Technical Report</a:t>
            </a:r>
            <a:r>
              <a:rPr lang="en-US" dirty="0"/>
              <a:t>, 2005.</a:t>
            </a:r>
          </a:p>
          <a:p>
            <a:pPr marL="342900" indent="-342900" algn="just">
              <a:buFont typeface="+mj-lt"/>
              <a:buAutoNum type="arabicPeriod"/>
            </a:pPr>
            <a:r>
              <a:rPr lang="en-US" dirty="0"/>
              <a:t>D. W. Hansen and Q. Ji, </a:t>
            </a:r>
            <a:r>
              <a:rPr lang="en-US" i="1" dirty="0"/>
              <a:t>“In the eye of the beholder: A survey of models for eyes and gaze,”</a:t>
            </a:r>
            <a:r>
              <a:rPr lang="en-US" dirty="0"/>
              <a:t> </a:t>
            </a:r>
            <a:r>
              <a:rPr lang="en-US" b="1" dirty="0"/>
              <a:t>IEEE Transactions on Pattern Analysis and Machine Intelligence</a:t>
            </a:r>
            <a:r>
              <a:rPr lang="en-US" dirty="0"/>
              <a:t>, vol. 32, no. 3, pp. 478–500, 2010.</a:t>
            </a:r>
          </a:p>
          <a:p>
            <a:pPr algn="just"/>
            <a:endParaRPr lang="en-US" dirty="0">
              <a:solidFill>
                <a:schemeClr val="tx1"/>
              </a:solidFill>
              <a:latin typeface="Times New Roman" panose="02020603050405020304" pitchFamily="18" charset="0"/>
              <a:cs typeface="Times New Roman" panose="02020603050405020304" pitchFamily="18" charset="0"/>
            </a:endParaRPr>
          </a:p>
          <a:p>
            <a:pPr algn="just"/>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53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cxnSp>
        <p:nvCxnSpPr>
          <p:cNvPr id="577" name="Google Shape;577;p45"/>
          <p:cNvCxnSpPr/>
          <p:nvPr/>
        </p:nvCxnSpPr>
        <p:spPr>
          <a:xfrm>
            <a:off x="1825" y="4933800"/>
            <a:ext cx="9157200" cy="0"/>
          </a:xfrm>
          <a:prstGeom prst="straightConnector1">
            <a:avLst/>
          </a:prstGeom>
          <a:noFill/>
          <a:ln w="38100" cap="flat" cmpd="sng">
            <a:solidFill>
              <a:schemeClr val="dk2"/>
            </a:solidFill>
            <a:prstDash val="solid"/>
            <a:round/>
            <a:headEnd type="none" w="med" len="med"/>
            <a:tailEnd type="none" w="med" len="med"/>
          </a:ln>
        </p:spPr>
      </p:cxnSp>
      <p:sp>
        <p:nvSpPr>
          <p:cNvPr id="4" name="Rectangle 3">
            <a:extLst>
              <a:ext uri="{FF2B5EF4-FFF2-40B4-BE49-F238E27FC236}">
                <a16:creationId xmlns:a16="http://schemas.microsoft.com/office/drawing/2014/main" id="{562AACA8-D70C-4C48-CEDA-563505C4103B}"/>
              </a:ext>
            </a:extLst>
          </p:cNvPr>
          <p:cNvSpPr/>
          <p:nvPr/>
        </p:nvSpPr>
        <p:spPr>
          <a:xfrm>
            <a:off x="285751" y="1365746"/>
            <a:ext cx="8646880" cy="1446550"/>
          </a:xfrm>
          <a:prstGeom prst="rect">
            <a:avLst/>
          </a:prstGeom>
          <a:noFill/>
        </p:spPr>
        <p:txBody>
          <a:bodyPr wrap="square" lIns="91440" tIns="45720" rIns="91440" bIns="45720">
            <a:spAutoFit/>
          </a:bodyPr>
          <a:lstStyle/>
          <a:p>
            <a:pPr algn="ctr"/>
            <a:r>
              <a:rPr lang="en-US" sz="8800" b="1" cap="none" spc="0" dirty="0">
                <a:ln w="22225">
                  <a:solidFill>
                    <a:schemeClr val="accent2"/>
                  </a:solidFill>
                  <a:prstDash val="solid"/>
                </a:ln>
                <a:solidFill>
                  <a:schemeClr val="accent2">
                    <a:lumMod val="40000"/>
                    <a:lumOff val="60000"/>
                  </a:schemeClr>
                </a:solidFill>
                <a:effectLst/>
                <a:latin typeface="ADLaM Display" panose="02010000000000000000" pitchFamily="2" charset="0"/>
                <a:ea typeface="ADLaM Display" panose="02010000000000000000" pitchFamily="2" charset="0"/>
                <a:cs typeface="ADLaM Display" panose="02010000000000000000" pitchFamily="2"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1182</TotalTime>
  <Words>1198</Words>
  <Application>Microsoft Office PowerPoint</Application>
  <PresentationFormat>On-screen Show (16:9)</PresentationFormat>
  <Paragraphs>136</Paragraphs>
  <Slides>13</Slides>
  <Notes>7</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13</vt:i4>
      </vt:variant>
    </vt:vector>
  </HeadingPairs>
  <TitlesOfParts>
    <vt:vector size="26" baseType="lpstr">
      <vt:lpstr>ADLaM Display</vt:lpstr>
      <vt:lpstr>Arial</vt:lpstr>
      <vt:lpstr>Bebas Neue</vt:lpstr>
      <vt:lpstr>Bookman Old Style</vt:lpstr>
      <vt:lpstr>Calibri</vt:lpstr>
      <vt:lpstr>Calibri Light</vt:lpstr>
      <vt:lpstr>Inter</vt:lpstr>
      <vt:lpstr>Montserrat</vt:lpstr>
      <vt:lpstr>Montserrat ExtraBold</vt:lpstr>
      <vt:lpstr>Nunito Light</vt:lpstr>
      <vt:lpstr>PT Sans</vt:lpstr>
      <vt:lpstr>Times New Roman</vt:lpstr>
      <vt:lpstr>Office Theme</vt:lpstr>
      <vt:lpstr>PowerPoint Presentation</vt:lpstr>
      <vt:lpstr>TABLE OF CONTENTS</vt:lpstr>
      <vt:lpstr>ABSTRACT</vt:lpstr>
      <vt:lpstr>PROBLEM DEFINITION</vt:lpstr>
      <vt:lpstr>PowerPoint Presentation</vt:lpstr>
      <vt:lpstr>PowerPoint Presentation</vt:lpstr>
      <vt:lpstr>PowerPoint Presentation</vt:lpstr>
      <vt:lpstr>EXISTING  SYSTEM </vt:lpstr>
      <vt:lpstr> PROPOSED METHODOLOGY </vt:lpstr>
      <vt:lpstr>SYSTEM REQUIREMENTS</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SUCHI</dc:creator>
  <cp:lastModifiedBy>Suchithra Ravula</cp:lastModifiedBy>
  <cp:revision>19</cp:revision>
  <dcterms:modified xsi:type="dcterms:W3CDTF">2025-08-17T11:41:04Z</dcterms:modified>
</cp:coreProperties>
</file>