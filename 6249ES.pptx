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0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5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4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72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2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3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4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3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9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1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45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1422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23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79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48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701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960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8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9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638" y="514976"/>
            <a:ext cx="8430816" cy="2509213"/>
          </a:xfrm>
        </p:spPr>
        <p:txBody>
          <a:bodyPr>
            <a:normAutofit/>
          </a:bodyPr>
          <a:lstStyle/>
          <a:p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Inductive Sensors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8654" y="3805234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Suchithra Ravula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227R1A6249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Inductive sensors are non-contact devices used to detect metallic objects. They work based on the principle of electromagnetic induction. These sensors are widely used in automation, robotics, and industrial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14893" y="770917"/>
            <a:ext cx="7773338" cy="159617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 inductive sensor generates an electromagnetic field using an oscillator.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When a metallic object enters the field, eddy currents are induced in the object.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These eddy currents cause energy loss, changing the amplitude of oscillation.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sensor’s electronic circuit detects this change and triggers an output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29155" y="618518"/>
            <a:ext cx="7773338" cy="1596177"/>
          </a:xfrm>
        </p:spPr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Oscillator – Generates an alternating electromagnetic field.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Coil – Produces and senses the magnetic field.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Detection Circuit – Detects changes in oscillation amplitude.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Output Stage – Converts the signal into a usable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Types of Inductive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Unshielded Type – Has a wide sensing range, suitable for non-metallic surroundings.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Shielded Type – Electromagnetic field is confined to the front, providing better accuracy.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Analog Inductive Sensors – Provide continuous output proportional to distance.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Digital Inductive Sensors – Provide discrete ON/OFF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57780" y="1056667"/>
            <a:ext cx="7773338" cy="159617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2" y="2519493"/>
            <a:ext cx="7773339" cy="3424107"/>
          </a:xfrm>
        </p:spPr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Non-contact operation, minimizing wear and tear.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reliability and long service life.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Resistant to dirt, oil, and water.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Suitable for harsh industrial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0693" y="742474"/>
            <a:ext cx="7773338" cy="159617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only detect metallic objects.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sensing distance compared to capacitive sensors.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Sensitive to temperature variations.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Costlier than mechanical switches.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43555" y="1066799"/>
            <a:ext cx="7773338" cy="159617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Position and speed sensing in automation.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Metal detection and sorting.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Industrial machinery control.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Automotive systems for object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43556" y="1095506"/>
            <a:ext cx="7773338" cy="1596177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Inductive sensors are essential for reliable detection of metallic objects in various industrial applications. Their robustness, accuracy, and maintenance-free operation make them a preferred choice for modern automation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9</TotalTime>
  <Words>342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Tw Cen MT</vt:lpstr>
      <vt:lpstr>Droplet</vt:lpstr>
      <vt:lpstr>Inductive Sensors</vt:lpstr>
      <vt:lpstr>Introduction</vt:lpstr>
      <vt:lpstr>Working Principle</vt:lpstr>
      <vt:lpstr>Main Components</vt:lpstr>
      <vt:lpstr>Types of Inductive Sensors</vt:lpstr>
      <vt:lpstr>Advantages</vt:lpstr>
      <vt:lpstr>Limitations</vt:lpstr>
      <vt:lpstr>Applications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SUCHI</dc:creator>
  <cp:keywords/>
  <dc:description>generated using python-pptx</dc:description>
  <cp:lastModifiedBy>Suchithra Ravula</cp:lastModifiedBy>
  <cp:revision>2</cp:revision>
  <dcterms:created xsi:type="dcterms:W3CDTF">2013-01-27T09:14:16Z</dcterms:created>
  <dcterms:modified xsi:type="dcterms:W3CDTF">2025-10-16T17:04:41Z</dcterms:modified>
  <cp:category/>
</cp:coreProperties>
</file>